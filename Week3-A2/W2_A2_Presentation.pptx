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8" r:id="rId4"/>
  </p:sldMasterIdLst>
  <p:notesMasterIdLst>
    <p:notesMasterId r:id="rId14"/>
  </p:notesMasterIdLst>
  <p:handoutMasterIdLst>
    <p:handoutMasterId r:id="rId15"/>
  </p:handoutMasterIdLst>
  <p:sldIdLst>
    <p:sldId id="410" r:id="rId5"/>
    <p:sldId id="383" r:id="rId6"/>
    <p:sldId id="391" r:id="rId7"/>
    <p:sldId id="407" r:id="rId8"/>
    <p:sldId id="406" r:id="rId9"/>
    <p:sldId id="397" r:id="rId10"/>
    <p:sldId id="411" r:id="rId11"/>
    <p:sldId id="403" r:id="rId12"/>
    <p:sldId id="39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A107856-5554-42FB-B03E-39F5DBC370B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0438" autoAdjust="0"/>
  </p:normalViewPr>
  <p:slideViewPr>
    <p:cSldViewPr snapToGrid="0">
      <p:cViewPr>
        <p:scale>
          <a:sx n="75" d="100"/>
          <a:sy n="75" d="100"/>
        </p:scale>
        <p:origin x="324" y="-108"/>
      </p:cViewPr>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80" d="100"/>
        <a:sy n="80" d="100"/>
      </p:scale>
      <p:origin x="0" y="0"/>
    </p:cViewPr>
  </p:sorterViewPr>
  <p:notesViewPr>
    <p:cSldViewPr snapToGrid="0" showGuides="1">
      <p:cViewPr varScale="1">
        <p:scale>
          <a:sx n="58" d="100"/>
          <a:sy n="58" d="100"/>
        </p:scale>
        <p:origin x="3240"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8/10/relationships/authors" Targe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08F6756E-81DA-9FAC-70D8-556F658BDD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EBEDD12-BCD5-485B-BCBC-34BB01D7923C}" type="datetimeFigureOut">
              <a:rPr lang="en-US" smtClean="0"/>
              <a:t>5/1/2026</a:t>
            </a:fld>
            <a:endParaRPr lang="en-US" dirty="0"/>
          </a:p>
        </p:txBody>
      </p:sp>
      <p:sp>
        <p:nvSpPr>
          <p:cNvPr id="6" name="Slide Number Placeholder 5">
            <a:extLst>
              <a:ext uri="{FF2B5EF4-FFF2-40B4-BE49-F238E27FC236}">
                <a16:creationId xmlns:a16="http://schemas.microsoft.com/office/drawing/2014/main" id="{A771D415-D05A-7067-CCD3-457153D96CD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2C230DF-5933-439D-898F-38E9AC9BA688}" type="slidenum">
              <a:rPr lang="en-US" smtClean="0"/>
              <a:t>‹#›</a:t>
            </a:fld>
            <a:endParaRPr lang="en-US" dirty="0"/>
          </a:p>
        </p:txBody>
      </p:sp>
      <p:sp>
        <p:nvSpPr>
          <p:cNvPr id="7" name="Footer Placeholder 6">
            <a:extLst>
              <a:ext uri="{FF2B5EF4-FFF2-40B4-BE49-F238E27FC236}">
                <a16:creationId xmlns:a16="http://schemas.microsoft.com/office/drawing/2014/main" id="{B97095E3-54D2-CFD2-4F49-7536FC8641D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8" name="Header Placeholder 7">
            <a:extLst>
              <a:ext uri="{FF2B5EF4-FFF2-40B4-BE49-F238E27FC236}">
                <a16:creationId xmlns:a16="http://schemas.microsoft.com/office/drawing/2014/main" id="{521EE01A-C0B5-5ECF-96DD-768F86AA15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Tree>
    <p:extLst>
      <p:ext uri="{BB962C8B-B14F-4D97-AF65-F5344CB8AC3E}">
        <p14:creationId xmlns:p14="http://schemas.microsoft.com/office/powerpoint/2010/main" val="26532284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E7A52F-9D89-7442-A8E9-48D1527B5F6B}" type="datetimeFigureOut">
              <a:rPr lang="en-US" smtClean="0"/>
              <a:t>5/1/2026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9C7E07-3C67-C64C-8DA0-0404F6303970}" type="slidenum">
              <a:rPr lang="en-US" smtClean="0"/>
              <a:t>‹#›</a:t>
            </a:fld>
            <a:endParaRPr lang="en-US" dirty="0"/>
          </a:p>
        </p:txBody>
      </p:sp>
    </p:spTree>
    <p:extLst>
      <p:ext uri="{BB962C8B-B14F-4D97-AF65-F5344CB8AC3E}">
        <p14:creationId xmlns:p14="http://schemas.microsoft.com/office/powerpoint/2010/main" val="40325283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1</a:t>
            </a:fld>
            <a:endParaRPr lang="en-US" dirty="0"/>
          </a:p>
        </p:txBody>
      </p:sp>
    </p:spTree>
    <p:extLst>
      <p:ext uri="{BB962C8B-B14F-4D97-AF65-F5344CB8AC3E}">
        <p14:creationId xmlns:p14="http://schemas.microsoft.com/office/powerpoint/2010/main" val="10924538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activity, </a:t>
            </a:r>
          </a:p>
          <a:p>
            <a:endParaRPr lang="en-US" dirty="0"/>
          </a:p>
          <a:p>
            <a:r>
              <a:rPr lang="en-US" dirty="0"/>
              <a:t>I worked with a messy employee dataset. </a:t>
            </a:r>
          </a:p>
          <a:p>
            <a:endParaRPr lang="en-US" dirty="0"/>
          </a:p>
          <a:p>
            <a:r>
              <a:rPr lang="en-US" dirty="0"/>
              <a:t>The goal was to clean the data and analyze the relationship between age, salary, and tenure using visualization, correlation, and outlier detection.</a:t>
            </a:r>
          </a:p>
        </p:txBody>
      </p:sp>
      <p:sp>
        <p:nvSpPr>
          <p:cNvPr id="4" name="Slide Number Placeholder 3"/>
          <p:cNvSpPr>
            <a:spLocks noGrp="1"/>
          </p:cNvSpPr>
          <p:nvPr>
            <p:ph type="sldNum" sz="quarter" idx="5"/>
          </p:nvPr>
        </p:nvSpPr>
        <p:spPr/>
        <p:txBody>
          <a:bodyPr/>
          <a:lstStyle/>
          <a:p>
            <a:fld id="{A89C7E07-3C67-C64C-8DA0-0404F6303970}" type="slidenum">
              <a:rPr lang="en-US" smtClean="0"/>
              <a:t>2</a:t>
            </a:fld>
            <a:endParaRPr lang="en-US" dirty="0"/>
          </a:p>
        </p:txBody>
      </p:sp>
    </p:spTree>
    <p:extLst>
      <p:ext uri="{BB962C8B-B14F-4D97-AF65-F5344CB8AC3E}">
        <p14:creationId xmlns:p14="http://schemas.microsoft.com/office/powerpoint/2010/main" val="31134168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data preparation process.</a:t>
            </a:r>
          </a:p>
          <a:p>
            <a:endParaRPr lang="en-US" dirty="0"/>
          </a:p>
          <a:p>
            <a:r>
              <a:rPr lang="en-US" dirty="0"/>
              <a:t>Before cleaning, the dataset had </a:t>
            </a:r>
            <a:r>
              <a:rPr lang="en-US" b="1" dirty="0"/>
              <a:t>10 records</a:t>
            </a:r>
            <a:r>
              <a:rPr lang="en-US" dirty="0"/>
              <a:t>, and after removing duplicates and fixing issues, it was reduced to </a:t>
            </a:r>
            <a:r>
              <a:rPr lang="en-US" b="1" dirty="0"/>
              <a:t>9 clean records</a:t>
            </a:r>
            <a:r>
              <a:rPr lang="en-US" dirty="0"/>
              <a:t>.</a:t>
            </a:r>
          </a:p>
          <a:p>
            <a:endParaRPr lang="en-US" dirty="0"/>
          </a:p>
          <a:p>
            <a:r>
              <a:rPr lang="en-US" dirty="0"/>
              <a:t>I also created new columns to support the analysis. These include </a:t>
            </a:r>
            <a:r>
              <a:rPr lang="en-US" b="1" dirty="0" err="1"/>
              <a:t>Salary_NZD</a:t>
            </a:r>
            <a:r>
              <a:rPr lang="en-US" dirty="0"/>
              <a:t>, which standardizes salary into a single currency, </a:t>
            </a:r>
            <a:r>
              <a:rPr lang="en-US" b="1" dirty="0" err="1"/>
              <a:t>Tenure_Years</a:t>
            </a:r>
            <a:r>
              <a:rPr lang="en-US" dirty="0"/>
              <a:t>, which is derived from the join date, and </a:t>
            </a:r>
            <a:r>
              <a:rPr lang="en-US" b="1" dirty="0"/>
              <a:t>outlier flags</a:t>
            </a:r>
            <a:r>
              <a:rPr lang="en-US" dirty="0"/>
              <a:t> for age and salary to help detect unusual values.</a:t>
            </a:r>
          </a:p>
          <a:p>
            <a:r>
              <a:rPr lang="en-US" dirty="0"/>
              <a:t>Several issues were identified in the original dataset. These include </a:t>
            </a:r>
            <a:r>
              <a:rPr lang="en-US" b="1" dirty="0"/>
              <a:t>missing values</a:t>
            </a:r>
            <a:r>
              <a:rPr lang="en-US" dirty="0"/>
              <a:t>, </a:t>
            </a:r>
            <a:r>
              <a:rPr lang="en-US" b="1" dirty="0"/>
              <a:t>text values instead of numbers</a:t>
            </a:r>
            <a:r>
              <a:rPr lang="en-US" dirty="0"/>
              <a:t>, </a:t>
            </a:r>
            <a:r>
              <a:rPr lang="en-US" b="1" dirty="0"/>
              <a:t>duplicate records</a:t>
            </a:r>
            <a:r>
              <a:rPr lang="en-US" dirty="0"/>
              <a:t>, and </a:t>
            </a:r>
            <a:r>
              <a:rPr lang="en-US" b="1" dirty="0"/>
              <a:t>inconsistent country codes</a:t>
            </a:r>
            <a:r>
              <a:rPr lang="en-US" dirty="0"/>
              <a:t>.</a:t>
            </a:r>
          </a:p>
          <a:p>
            <a:endParaRPr lang="en-US" dirty="0"/>
          </a:p>
          <a:p>
            <a:r>
              <a:rPr lang="en-US" dirty="0"/>
              <a:t>In addition, salary values were recorded in </a:t>
            </a:r>
            <a:r>
              <a:rPr lang="en-US" b="1" dirty="0"/>
              <a:t>different currencies</a:t>
            </a:r>
            <a:r>
              <a:rPr lang="en-US" dirty="0"/>
              <a:t>, specifically NZD and AUD, which required conversion to ensure fair comparison.</a:t>
            </a:r>
          </a:p>
          <a:p>
            <a:r>
              <a:rPr lang="en-US" dirty="0"/>
              <a:t>These cleaning steps were important to make sure the data is accurate, consistent, and ready for analysis.</a:t>
            </a:r>
          </a:p>
        </p:txBody>
      </p:sp>
      <p:sp>
        <p:nvSpPr>
          <p:cNvPr id="4" name="Slide Number Placeholder 3"/>
          <p:cNvSpPr>
            <a:spLocks noGrp="1"/>
          </p:cNvSpPr>
          <p:nvPr>
            <p:ph type="sldNum" sz="quarter" idx="5"/>
          </p:nvPr>
        </p:nvSpPr>
        <p:spPr/>
        <p:txBody>
          <a:bodyPr/>
          <a:lstStyle/>
          <a:p>
            <a:fld id="{A89C7E07-3C67-C64C-8DA0-0404F6303970}" type="slidenum">
              <a:rPr lang="en-US" smtClean="0"/>
              <a:t>3</a:t>
            </a:fld>
            <a:endParaRPr lang="en-US" dirty="0"/>
          </a:p>
        </p:txBody>
      </p:sp>
    </p:spTree>
    <p:extLst>
      <p:ext uri="{BB962C8B-B14F-4D97-AF65-F5344CB8AC3E}">
        <p14:creationId xmlns:p14="http://schemas.microsoft.com/office/powerpoint/2010/main" val="39082765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was cleaned in three steps.</a:t>
            </a:r>
            <a:br>
              <a:rPr lang="en-US" dirty="0"/>
            </a:br>
            <a:r>
              <a:rPr lang="en-US" dirty="0"/>
              <a:t>Data scrubbing converted text values into numbers, merged duplicate IDs, and fixed invalid dates.</a:t>
            </a:r>
            <a:br>
              <a:rPr lang="en-US" dirty="0"/>
            </a:br>
            <a:r>
              <a:rPr lang="en-US" dirty="0"/>
              <a:t>Data munging standardized formats like country codes and names.</a:t>
            </a:r>
            <a:br>
              <a:rPr lang="en-US" dirty="0"/>
            </a:br>
            <a:r>
              <a:rPr lang="en-US" dirty="0"/>
              <a:t>Data wrangling filled missing values, converted salary to NZD, created tenure, and added outlier detection using the IQR method.</a:t>
            </a:r>
          </a:p>
        </p:txBody>
      </p:sp>
      <p:sp>
        <p:nvSpPr>
          <p:cNvPr id="4" name="Slide Number Placeholder 3"/>
          <p:cNvSpPr>
            <a:spLocks noGrp="1"/>
          </p:cNvSpPr>
          <p:nvPr>
            <p:ph type="sldNum" sz="quarter" idx="5"/>
          </p:nvPr>
        </p:nvSpPr>
        <p:spPr/>
        <p:txBody>
          <a:bodyPr/>
          <a:lstStyle/>
          <a:p>
            <a:fld id="{A89C7E07-3C67-C64C-8DA0-0404F6303970}" type="slidenum">
              <a:rPr lang="en-US" smtClean="0"/>
              <a:t>4</a:t>
            </a:fld>
            <a:endParaRPr lang="en-US" dirty="0"/>
          </a:p>
        </p:txBody>
      </p:sp>
    </p:spTree>
    <p:extLst>
      <p:ext uri="{BB962C8B-B14F-4D97-AF65-F5344CB8AC3E}">
        <p14:creationId xmlns:p14="http://schemas.microsoft.com/office/powerpoint/2010/main" val="501160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outlier analysis using the IQR method. The upper fence is $77,400, and Charlie’s salary of $77,760 is slightly above this threshold, so it is detected as an outlier. </a:t>
            </a:r>
          </a:p>
          <a:p>
            <a:endParaRPr lang="en-US" dirty="0"/>
          </a:p>
          <a:p>
            <a:r>
              <a:rPr lang="en-US" dirty="0"/>
              <a:t>However, this outlier is not due to an unusually high salary, but rather the result of converting AUD to NZD. This shows that data transformations can affect outlier detection and should be interpreted carefully.</a:t>
            </a:r>
          </a:p>
        </p:txBody>
      </p:sp>
      <p:sp>
        <p:nvSpPr>
          <p:cNvPr id="4" name="Slide Number Placeholder 3"/>
          <p:cNvSpPr>
            <a:spLocks noGrp="1"/>
          </p:cNvSpPr>
          <p:nvPr>
            <p:ph type="sldNum" sz="quarter" idx="5"/>
          </p:nvPr>
        </p:nvSpPr>
        <p:spPr/>
        <p:txBody>
          <a:bodyPr/>
          <a:lstStyle/>
          <a:p>
            <a:fld id="{A89C7E07-3C67-C64C-8DA0-0404F6303970}" type="slidenum">
              <a:rPr lang="en-US" smtClean="0"/>
              <a:t>5</a:t>
            </a:fld>
            <a:endParaRPr lang="en-US" dirty="0"/>
          </a:p>
        </p:txBody>
      </p:sp>
    </p:spTree>
    <p:extLst>
      <p:ext uri="{BB962C8B-B14F-4D97-AF65-F5344CB8AC3E}">
        <p14:creationId xmlns:p14="http://schemas.microsoft.com/office/powerpoint/2010/main" val="29947593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BC04D-2568-C19F-6211-ABA7996CB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BD96A4-D432-FA69-5E46-4DF91D77CA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639921-CFBB-DE6F-31EB-81B758CA0268}"/>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Age has a moderate positive relationship with salary (r = 0.54)</a:t>
            </a:r>
            <a:r>
              <a:rPr lang="en-US" sz="1200" b="0" i="0" kern="1200" dirty="0">
                <a:solidFill>
                  <a:schemeClr val="tx1"/>
                </a:solidFill>
                <a:effectLst/>
                <a:latin typeface="+mn-lt"/>
                <a:ea typeface="+mn-ea"/>
                <a:cs typeface="+mn-cs"/>
              </a:rPr>
              <a:t> - There is a moderate positive correlation (r = 0.54) between age and salary (in NZD), indicating that older employees generally earn more. On average, salary increases by approximately $601 NZD per year of age, showing a clear upward trend, although the relationship is not very strong.</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Grace (22) is an exception to the trend</a:t>
            </a:r>
            <a:r>
              <a:rPr lang="en-US" sz="1200" b="0" i="0" kern="1200" dirty="0">
                <a:solidFill>
                  <a:schemeClr val="tx1"/>
                </a:solidFill>
                <a:effectLst/>
                <a:latin typeface="+mn-lt"/>
                <a:ea typeface="+mn-ea"/>
                <a:cs typeface="+mn-cs"/>
              </a:rPr>
              <a:t> - Although younger employees usually earn less, Grace (22) earns $64,000 NZD, which is $2,720 above the average salary of employees aged 30 and under ($61,280 NZD). She earns more than several older employees, showing that salary is influenced by other factors.</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Tenure has no meaningful relationship with salary (r = -0.12)</a:t>
            </a:r>
            <a:r>
              <a:rPr lang="en-US" sz="1200" b="0" i="0" kern="1200" dirty="0">
                <a:solidFill>
                  <a:schemeClr val="tx1"/>
                </a:solidFill>
                <a:effectLst/>
                <a:latin typeface="+mn-lt"/>
                <a:ea typeface="+mn-ea"/>
                <a:cs typeface="+mn-cs"/>
              </a:rPr>
              <a:t> - The correlation between tenure and salary is very weak and slightly negative (r = -0.12), meaning that years of service do not increase salary. In some cases, employees with longer tenure may even earn less than newer employees, suggesting that tenure is not a key factor in salary decisions..</a:t>
            </a:r>
          </a:p>
          <a:p>
            <a:endParaRPr lang="en-US" dirty="0"/>
          </a:p>
        </p:txBody>
      </p:sp>
      <p:sp>
        <p:nvSpPr>
          <p:cNvPr id="4" name="Slide Number Placeholder 3">
            <a:extLst>
              <a:ext uri="{FF2B5EF4-FFF2-40B4-BE49-F238E27FC236}">
                <a16:creationId xmlns:a16="http://schemas.microsoft.com/office/drawing/2014/main" id="{4453E3F8-8185-F97B-2F08-1F44FCE2A5AB}"/>
              </a:ext>
            </a:extLst>
          </p:cNvPr>
          <p:cNvSpPr>
            <a:spLocks noGrp="1"/>
          </p:cNvSpPr>
          <p:nvPr>
            <p:ph type="sldNum" sz="quarter" idx="5"/>
          </p:nvPr>
        </p:nvSpPr>
        <p:spPr/>
        <p:txBody>
          <a:bodyPr/>
          <a:lstStyle/>
          <a:p>
            <a:fld id="{A89C7E07-3C67-C64C-8DA0-0404F6303970}" type="slidenum">
              <a:rPr lang="en-US" smtClean="0"/>
              <a:t>6</a:t>
            </a:fld>
            <a:endParaRPr lang="en-US" dirty="0"/>
          </a:p>
        </p:txBody>
      </p:sp>
    </p:spTree>
    <p:extLst>
      <p:ext uri="{BB962C8B-B14F-4D97-AF65-F5344CB8AC3E}">
        <p14:creationId xmlns:p14="http://schemas.microsoft.com/office/powerpoint/2010/main" val="3727777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2D1DB-5107-6643-5AEE-65E761A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8C64D6-2248-2D31-D7D7-A8B72D6BF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29459F-0A84-128B-DDAB-DF235D64ABED}"/>
              </a:ext>
            </a:extLst>
          </p:cNvPr>
          <p:cNvSpPr>
            <a:spLocks noGrp="1"/>
          </p:cNvSpPr>
          <p:nvPr>
            <p:ph type="body" idx="1"/>
          </p:nvPr>
        </p:nvSpPr>
        <p:spPr/>
        <p:txBody>
          <a:bodyPr/>
          <a:lstStyle/>
          <a:p>
            <a:r>
              <a:rPr lang="en-US" dirty="0"/>
              <a:t>In conclusion, this activity shows that real-world data is often messy, so proper cleaning is very important to avoid incorrect results. </a:t>
            </a:r>
          </a:p>
          <a:p>
            <a:endParaRPr lang="en-US" dirty="0"/>
          </a:p>
          <a:p>
            <a:r>
              <a:rPr lang="en-US" dirty="0"/>
              <a:t>Even with a small dataset, meaningful insights can still be obtained when the data is prepared properly. </a:t>
            </a:r>
          </a:p>
          <a:p>
            <a:endParaRPr lang="en-US" dirty="0"/>
          </a:p>
          <a:p>
            <a:r>
              <a:rPr lang="en-US" dirty="0"/>
              <a:t>However, transformations like currency conversion can affect the results, so they must be interpreted carefully</a:t>
            </a:r>
          </a:p>
        </p:txBody>
      </p:sp>
      <p:sp>
        <p:nvSpPr>
          <p:cNvPr id="4" name="Slide Number Placeholder 3">
            <a:extLst>
              <a:ext uri="{FF2B5EF4-FFF2-40B4-BE49-F238E27FC236}">
                <a16:creationId xmlns:a16="http://schemas.microsoft.com/office/drawing/2014/main" id="{9376EF0A-9D04-544B-043E-4A487DF94015}"/>
              </a:ext>
            </a:extLst>
          </p:cNvPr>
          <p:cNvSpPr>
            <a:spLocks noGrp="1"/>
          </p:cNvSpPr>
          <p:nvPr>
            <p:ph type="sldNum" sz="quarter" idx="5"/>
          </p:nvPr>
        </p:nvSpPr>
        <p:spPr/>
        <p:txBody>
          <a:bodyPr/>
          <a:lstStyle/>
          <a:p>
            <a:fld id="{A89C7E07-3C67-C64C-8DA0-0404F6303970}" type="slidenum">
              <a:rPr lang="en-US" smtClean="0"/>
              <a:t>7</a:t>
            </a:fld>
            <a:endParaRPr lang="en-US" dirty="0"/>
          </a:p>
        </p:txBody>
      </p:sp>
    </p:spTree>
    <p:extLst>
      <p:ext uri="{BB962C8B-B14F-4D97-AF65-F5344CB8AC3E}">
        <p14:creationId xmlns:p14="http://schemas.microsoft.com/office/powerpoint/2010/main" val="5845662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8</a:t>
            </a:fld>
            <a:endParaRPr lang="en-US" dirty="0"/>
          </a:p>
        </p:txBody>
      </p:sp>
    </p:spTree>
    <p:extLst>
      <p:ext uri="{BB962C8B-B14F-4D97-AF65-F5344CB8AC3E}">
        <p14:creationId xmlns:p14="http://schemas.microsoft.com/office/powerpoint/2010/main" val="5144881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9</a:t>
            </a:fld>
            <a:endParaRPr lang="en-US" dirty="0"/>
          </a:p>
        </p:txBody>
      </p:sp>
    </p:spTree>
    <p:extLst>
      <p:ext uri="{BB962C8B-B14F-4D97-AF65-F5344CB8AC3E}">
        <p14:creationId xmlns:p14="http://schemas.microsoft.com/office/powerpoint/2010/main" val="17659231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1">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309904"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a:off x="1" y="758752"/>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cxnSp>
        <p:nvCxnSpPr>
          <p:cNvPr id="13" name="Straight Connector 12">
            <a:extLst>
              <a:ext uri="{FF2B5EF4-FFF2-40B4-BE49-F238E27FC236}">
                <a16:creationId xmlns:a16="http://schemas.microsoft.com/office/drawing/2014/main" id="{A69706A2-3726-FE4E-B923-E75D48597816}"/>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413275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06C6F65-35CD-D64B-992A-0C1C1E00384D}"/>
              </a:ext>
              <a:ext uri="{C183D7F6-B498-43B3-948B-1728B52AA6E4}">
                <adec:decorative xmlns:adec="http://schemas.microsoft.com/office/drawing/2017/decorative" val="1"/>
              </a:ext>
            </a:extLst>
          </p:cNvPr>
          <p:cNvGrpSpPr/>
          <p:nvPr userDrawn="1"/>
        </p:nvGrpSpPr>
        <p:grpSpPr>
          <a:xfrm>
            <a:off x="6362700" y="0"/>
            <a:ext cx="5829298" cy="3235602"/>
            <a:chOff x="5612972" y="1"/>
            <a:chExt cx="6615961" cy="3672246"/>
          </a:xfrm>
        </p:grpSpPr>
        <p:sp>
          <p:nvSpPr>
            <p:cNvPr id="7" name="AutoShape 24">
              <a:extLst>
                <a:ext uri="{FF2B5EF4-FFF2-40B4-BE49-F238E27FC236}">
                  <a16:creationId xmlns:a16="http://schemas.microsoft.com/office/drawing/2014/main" id="{CFD467E2-FF13-7E4F-BEF9-EA1A17665B2D}"/>
                </a:ext>
              </a:extLst>
            </p:cNvPr>
            <p:cNvSpPr>
              <a:spLocks/>
            </p:cNvSpPr>
            <p:nvPr/>
          </p:nvSpPr>
          <p:spPr bwMode="auto">
            <a:xfrm>
              <a:off x="5612972" y="1"/>
              <a:ext cx="4408998" cy="3672246"/>
            </a:xfrm>
            <a:custGeom>
              <a:avLst/>
              <a:gdLst>
                <a:gd name="T0" fmla="+- 0 8372 6586"/>
                <a:gd name="T1" fmla="*/ T0 w 3578"/>
                <a:gd name="T2" fmla="*/ 591 h 2980"/>
                <a:gd name="T3" fmla="+- 0 7780 6586"/>
                <a:gd name="T4" fmla="*/ T3 w 3578"/>
                <a:gd name="T5" fmla="*/ 0 h 2980"/>
                <a:gd name="T6" fmla="+- 0 6586 6586"/>
                <a:gd name="T7" fmla="*/ T6 w 3578"/>
                <a:gd name="T8" fmla="*/ 0 h 2980"/>
                <a:gd name="T9" fmla="+- 0 7774 6586"/>
                <a:gd name="T10" fmla="*/ T9 w 3578"/>
                <a:gd name="T11" fmla="*/ 1188 h 2980"/>
                <a:gd name="T12" fmla="+- 0 8372 6586"/>
                <a:gd name="T13" fmla="*/ T12 w 3578"/>
                <a:gd name="T14" fmla="*/ 591 h 2980"/>
                <a:gd name="T15" fmla="+- 0 10163 6586"/>
                <a:gd name="T16" fmla="*/ T15 w 3578"/>
                <a:gd name="T17" fmla="*/ 2383 h 2980"/>
                <a:gd name="T18" fmla="+- 0 9566 6586"/>
                <a:gd name="T19" fmla="*/ T18 w 3578"/>
                <a:gd name="T20" fmla="*/ 1786 h 2980"/>
                <a:gd name="T21" fmla="+- 0 8969 6586"/>
                <a:gd name="T22" fmla="*/ T21 w 3578"/>
                <a:gd name="T23" fmla="*/ 2383 h 2980"/>
                <a:gd name="T24" fmla="+- 0 9566 6586"/>
                <a:gd name="T25" fmla="*/ T24 w 3578"/>
                <a:gd name="T26" fmla="*/ 2980 h 2980"/>
                <a:gd name="T27" fmla="+- 0 10163 6586"/>
                <a:gd name="T28" fmla="*/ T27 w 3578"/>
                <a:gd name="T29" fmla="*/ 2383 h 2980"/>
              </a:gdLst>
              <a:ahLst/>
              <a:cxnLst>
                <a:cxn ang="0">
                  <a:pos x="T1" y="T2"/>
                </a:cxn>
                <a:cxn ang="0">
                  <a:pos x="T4" y="T5"/>
                </a:cxn>
                <a:cxn ang="0">
                  <a:pos x="T7" y="T8"/>
                </a:cxn>
                <a:cxn ang="0">
                  <a:pos x="T10" y="T11"/>
                </a:cxn>
                <a:cxn ang="0">
                  <a:pos x="T13" y="T14"/>
                </a:cxn>
                <a:cxn ang="0">
                  <a:pos x="T16" y="T17"/>
                </a:cxn>
                <a:cxn ang="0">
                  <a:pos x="T19" y="T20"/>
                </a:cxn>
                <a:cxn ang="0">
                  <a:pos x="T22" y="T23"/>
                </a:cxn>
                <a:cxn ang="0">
                  <a:pos x="T25" y="T26"/>
                </a:cxn>
                <a:cxn ang="0">
                  <a:pos x="T28" y="T29"/>
                </a:cxn>
              </a:cxnLst>
              <a:rect l="0" t="0" r="r" b="b"/>
              <a:pathLst>
                <a:path w="3578" h="2980">
                  <a:moveTo>
                    <a:pt x="1786" y="591"/>
                  </a:moveTo>
                  <a:lnTo>
                    <a:pt x="1194" y="0"/>
                  </a:lnTo>
                  <a:lnTo>
                    <a:pt x="0" y="0"/>
                  </a:lnTo>
                  <a:lnTo>
                    <a:pt x="1188" y="1188"/>
                  </a:lnTo>
                  <a:lnTo>
                    <a:pt x="1786" y="591"/>
                  </a:lnTo>
                  <a:moveTo>
                    <a:pt x="3577" y="2383"/>
                  </a:moveTo>
                  <a:lnTo>
                    <a:pt x="2980" y="1786"/>
                  </a:lnTo>
                  <a:lnTo>
                    <a:pt x="2383" y="2383"/>
                  </a:lnTo>
                  <a:lnTo>
                    <a:pt x="2980" y="2980"/>
                  </a:lnTo>
                  <a:lnTo>
                    <a:pt x="3577" y="2383"/>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8" name="Freeform 7">
              <a:extLst>
                <a:ext uri="{FF2B5EF4-FFF2-40B4-BE49-F238E27FC236}">
                  <a16:creationId xmlns:a16="http://schemas.microsoft.com/office/drawing/2014/main" id="{CA85A327-3157-B442-993A-6900F71249AC}"/>
                </a:ext>
              </a:extLst>
            </p:cNvPr>
            <p:cNvSpPr>
              <a:spLocks/>
            </p:cNvSpPr>
            <p:nvPr/>
          </p:nvSpPr>
          <p:spPr bwMode="auto">
            <a:xfrm>
              <a:off x="6341233" y="1463970"/>
              <a:ext cx="2208196" cy="2208277"/>
            </a:xfrm>
            <a:custGeom>
              <a:avLst/>
              <a:gdLst>
                <a:gd name="T0" fmla="+- 0 7774 7177"/>
                <a:gd name="T1" fmla="*/ T0 w 1792"/>
                <a:gd name="T2" fmla="+- 0 1188 1188"/>
                <a:gd name="T3" fmla="*/ 1188 h 1792"/>
                <a:gd name="T4" fmla="+- 0 7177 7177"/>
                <a:gd name="T5" fmla="*/ T4 w 1792"/>
                <a:gd name="T6" fmla="+- 0 1786 1188"/>
                <a:gd name="T7" fmla="*/ 1786 h 1792"/>
                <a:gd name="T8" fmla="+- 0 8372 7177"/>
                <a:gd name="T9" fmla="*/ T8 w 1792"/>
                <a:gd name="T10" fmla="+- 0 2980 1188"/>
                <a:gd name="T11" fmla="*/ 2980 h 1792"/>
                <a:gd name="T12" fmla="+- 0 8969 7177"/>
                <a:gd name="T13" fmla="*/ T12 w 1792"/>
                <a:gd name="T14" fmla="+- 0 2383 1188"/>
                <a:gd name="T15" fmla="*/ 2383 h 1792"/>
                <a:gd name="T16" fmla="+- 0 7774 7177"/>
                <a:gd name="T17" fmla="*/ T16 w 1792"/>
                <a:gd name="T18" fmla="+- 0 1188 1188"/>
                <a:gd name="T19" fmla="*/ 1188 h 1792"/>
              </a:gdLst>
              <a:ahLst/>
              <a:cxnLst>
                <a:cxn ang="0">
                  <a:pos x="T1" y="T3"/>
                </a:cxn>
                <a:cxn ang="0">
                  <a:pos x="T5" y="T7"/>
                </a:cxn>
                <a:cxn ang="0">
                  <a:pos x="T9" y="T11"/>
                </a:cxn>
                <a:cxn ang="0">
                  <a:pos x="T13" y="T15"/>
                </a:cxn>
                <a:cxn ang="0">
                  <a:pos x="T17" y="T19"/>
                </a:cxn>
              </a:cxnLst>
              <a:rect l="0" t="0" r="r" b="b"/>
              <a:pathLst>
                <a:path w="1792" h="1792">
                  <a:moveTo>
                    <a:pt x="597" y="0"/>
                  </a:moveTo>
                  <a:lnTo>
                    <a:pt x="0" y="598"/>
                  </a:lnTo>
                  <a:lnTo>
                    <a:pt x="1195" y="1792"/>
                  </a:lnTo>
                  <a:lnTo>
                    <a:pt x="1792" y="1195"/>
                  </a:lnTo>
                  <a:lnTo>
                    <a:pt x="597"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9" name="Freeform 8">
              <a:extLst>
                <a:ext uri="{FF2B5EF4-FFF2-40B4-BE49-F238E27FC236}">
                  <a16:creationId xmlns:a16="http://schemas.microsoft.com/office/drawing/2014/main" id="{9A459CB4-74AF-0544-AB1E-7CC6D10F84EB}"/>
                </a:ext>
              </a:extLst>
            </p:cNvPr>
            <p:cNvSpPr>
              <a:spLocks/>
            </p:cNvSpPr>
            <p:nvPr/>
          </p:nvSpPr>
          <p:spPr bwMode="auto">
            <a:xfrm>
              <a:off x="8555590" y="1"/>
              <a:ext cx="1457754" cy="729520"/>
            </a:xfrm>
            <a:custGeom>
              <a:avLst/>
              <a:gdLst>
                <a:gd name="T0" fmla="+- 0 10158 8975"/>
                <a:gd name="T1" fmla="*/ T0 w 1183"/>
                <a:gd name="T2" fmla="*/ 0 h 592"/>
                <a:gd name="T3" fmla="+- 0 8975 8975"/>
                <a:gd name="T4" fmla="*/ T3 w 1183"/>
                <a:gd name="T5" fmla="*/ 0 h 592"/>
                <a:gd name="T6" fmla="+- 0 9566 8975"/>
                <a:gd name="T7" fmla="*/ T6 w 1183"/>
                <a:gd name="T8" fmla="*/ 591 h 592"/>
                <a:gd name="T9" fmla="+- 0 10158 8975"/>
                <a:gd name="T10" fmla="*/ T9 w 1183"/>
                <a:gd name="T11" fmla="*/ 0 h 592"/>
              </a:gdLst>
              <a:ahLst/>
              <a:cxnLst>
                <a:cxn ang="0">
                  <a:pos x="T1" y="T2"/>
                </a:cxn>
                <a:cxn ang="0">
                  <a:pos x="T4" y="T5"/>
                </a:cxn>
                <a:cxn ang="0">
                  <a:pos x="T7" y="T8"/>
                </a:cxn>
                <a:cxn ang="0">
                  <a:pos x="T10" y="T11"/>
                </a:cxn>
              </a:cxnLst>
              <a:rect l="0" t="0" r="r" b="b"/>
              <a:pathLst>
                <a:path w="1183" h="592">
                  <a:moveTo>
                    <a:pt x="1183" y="0"/>
                  </a:moveTo>
                  <a:lnTo>
                    <a:pt x="0" y="0"/>
                  </a:lnTo>
                  <a:lnTo>
                    <a:pt x="591" y="591"/>
                  </a:lnTo>
                  <a:lnTo>
                    <a:pt x="1183"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0" name="Freeform 9">
              <a:extLst>
                <a:ext uri="{FF2B5EF4-FFF2-40B4-BE49-F238E27FC236}">
                  <a16:creationId xmlns:a16="http://schemas.microsoft.com/office/drawing/2014/main" id="{95A20BFD-9142-D64A-A78A-61B75FCA0D76}"/>
                </a:ext>
              </a:extLst>
            </p:cNvPr>
            <p:cNvSpPr>
              <a:spLocks/>
            </p:cNvSpPr>
            <p:nvPr/>
          </p:nvSpPr>
          <p:spPr bwMode="auto">
            <a:xfrm>
              <a:off x="7076887" y="728289"/>
              <a:ext cx="2208196" cy="2208277"/>
            </a:xfrm>
            <a:custGeom>
              <a:avLst/>
              <a:gdLst>
                <a:gd name="T0" fmla="+- 0 8372 7774"/>
                <a:gd name="T1" fmla="*/ T0 w 1792"/>
                <a:gd name="T2" fmla="+- 0 591 591"/>
                <a:gd name="T3" fmla="*/ 591 h 1792"/>
                <a:gd name="T4" fmla="+- 0 7774 7774"/>
                <a:gd name="T5" fmla="*/ T4 w 1792"/>
                <a:gd name="T6" fmla="+- 0 1188 591"/>
                <a:gd name="T7" fmla="*/ 1188 h 1792"/>
                <a:gd name="T8" fmla="+- 0 8969 7774"/>
                <a:gd name="T9" fmla="*/ T8 w 1792"/>
                <a:gd name="T10" fmla="+- 0 2383 591"/>
                <a:gd name="T11" fmla="*/ 2383 h 1792"/>
                <a:gd name="T12" fmla="+- 0 9566 7774"/>
                <a:gd name="T13" fmla="*/ T12 w 1792"/>
                <a:gd name="T14" fmla="+- 0 1786 591"/>
                <a:gd name="T15" fmla="*/ 1786 h 1792"/>
                <a:gd name="T16" fmla="+- 0 8372 7774"/>
                <a:gd name="T17" fmla="*/ T16 w 1792"/>
                <a:gd name="T18" fmla="+- 0 591 591"/>
                <a:gd name="T19" fmla="*/ 591 h 1792"/>
              </a:gdLst>
              <a:ahLst/>
              <a:cxnLst>
                <a:cxn ang="0">
                  <a:pos x="T1" y="T3"/>
                </a:cxn>
                <a:cxn ang="0">
                  <a:pos x="T5" y="T7"/>
                </a:cxn>
                <a:cxn ang="0">
                  <a:pos x="T9" y="T11"/>
                </a:cxn>
                <a:cxn ang="0">
                  <a:pos x="T13" y="T15"/>
                </a:cxn>
                <a:cxn ang="0">
                  <a:pos x="T17" y="T19"/>
                </a:cxn>
              </a:cxnLst>
              <a:rect l="0" t="0" r="r" b="b"/>
              <a:pathLst>
                <a:path w="1792" h="1792">
                  <a:moveTo>
                    <a:pt x="598" y="0"/>
                  </a:moveTo>
                  <a:lnTo>
                    <a:pt x="0" y="597"/>
                  </a:lnTo>
                  <a:lnTo>
                    <a:pt x="1195" y="1792"/>
                  </a:lnTo>
                  <a:lnTo>
                    <a:pt x="1792" y="1195"/>
                  </a:lnTo>
                  <a:lnTo>
                    <a:pt x="598" y="0"/>
                  </a:lnTo>
                  <a:close/>
                </a:path>
              </a:pathLst>
            </a:custGeom>
            <a:solidFill>
              <a:schemeClr val="tx2"/>
            </a:solidFill>
            <a:ln>
              <a:noFill/>
            </a:ln>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B80736DF-C890-DB47-AEAA-D3D92505E632}"/>
                </a:ext>
              </a:extLst>
            </p:cNvPr>
            <p:cNvSpPr>
              <a:spLocks/>
            </p:cNvSpPr>
            <p:nvPr/>
          </p:nvSpPr>
          <p:spPr bwMode="auto">
            <a:xfrm>
              <a:off x="9285083" y="728289"/>
              <a:ext cx="2943850" cy="2943958"/>
            </a:xfrm>
            <a:custGeom>
              <a:avLst/>
              <a:gdLst>
                <a:gd name="T0" fmla="+- 0 11955 9566"/>
                <a:gd name="T1" fmla="*/ T0 w 2389"/>
                <a:gd name="T2" fmla="+- 0 1786 591"/>
                <a:gd name="T3" fmla="*/ 1786 h 2389"/>
                <a:gd name="T4" fmla="+- 0 10760 9566"/>
                <a:gd name="T5" fmla="*/ T4 w 2389"/>
                <a:gd name="T6" fmla="+- 0 591 591"/>
                <a:gd name="T7" fmla="*/ 591 h 2389"/>
                <a:gd name="T8" fmla="+- 0 9566 9566"/>
                <a:gd name="T9" fmla="*/ T8 w 2389"/>
                <a:gd name="T10" fmla="+- 0 1786 591"/>
                <a:gd name="T11" fmla="*/ 1786 h 2389"/>
                <a:gd name="T12" fmla="+- 0 10760 9566"/>
                <a:gd name="T13" fmla="*/ T12 w 2389"/>
                <a:gd name="T14" fmla="+- 0 2980 591"/>
                <a:gd name="T15" fmla="*/ 2980 h 2389"/>
                <a:gd name="T16" fmla="+- 0 11955 9566"/>
                <a:gd name="T17" fmla="*/ T16 w 2389"/>
                <a:gd name="T18" fmla="+- 0 1786 591"/>
                <a:gd name="T19" fmla="*/ 1786 h 2389"/>
              </a:gdLst>
              <a:ahLst/>
              <a:cxnLst>
                <a:cxn ang="0">
                  <a:pos x="T1" y="T3"/>
                </a:cxn>
                <a:cxn ang="0">
                  <a:pos x="T5" y="T7"/>
                </a:cxn>
                <a:cxn ang="0">
                  <a:pos x="T9" y="T11"/>
                </a:cxn>
                <a:cxn ang="0">
                  <a:pos x="T13" y="T15"/>
                </a:cxn>
                <a:cxn ang="0">
                  <a:pos x="T17" y="T19"/>
                </a:cxn>
              </a:cxnLst>
              <a:rect l="0" t="0" r="r" b="b"/>
              <a:pathLst>
                <a:path w="2389" h="2389">
                  <a:moveTo>
                    <a:pt x="2389" y="1195"/>
                  </a:moveTo>
                  <a:lnTo>
                    <a:pt x="1194" y="0"/>
                  </a:lnTo>
                  <a:lnTo>
                    <a:pt x="0" y="1195"/>
                  </a:lnTo>
                  <a:lnTo>
                    <a:pt x="1194" y="2389"/>
                  </a:lnTo>
                  <a:lnTo>
                    <a:pt x="2389" y="1195"/>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2" name="Title 1">
            <a:extLst>
              <a:ext uri="{FF2B5EF4-FFF2-40B4-BE49-F238E27FC236}">
                <a16:creationId xmlns:a16="http://schemas.microsoft.com/office/drawing/2014/main" id="{39F93F26-ED5C-E74E-BFBD-E3054DC1B9C1}"/>
              </a:ext>
            </a:extLst>
          </p:cNvPr>
          <p:cNvSpPr>
            <a:spLocks noGrp="1"/>
          </p:cNvSpPr>
          <p:nvPr>
            <p:ph type="title" hasCustomPrompt="1"/>
          </p:nvPr>
        </p:nvSpPr>
        <p:spPr>
          <a:xfrm>
            <a:off x="594360" y="189572"/>
            <a:ext cx="6787747" cy="1593507"/>
          </a:xfrm>
          <a:prstGeom prst="rect">
            <a:avLst/>
          </a:prstGeom>
        </p:spPr>
        <p:txBody>
          <a:bodyPr lIns="0" tIns="0" rIns="0" bIns="0" anchor="b" anchorCtr="0">
            <a:noAutofit/>
          </a:bodyPr>
          <a:lstStyle>
            <a:lvl1pPr>
              <a:defRPr sz="4400" b="1" i="0" spc="50" baseline="0">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186153BD-9D2B-47EB-3553-1D3F6663B2A3}"/>
              </a:ext>
            </a:extLst>
          </p:cNvPr>
          <p:cNvSpPr>
            <a:spLocks noGrp="1"/>
          </p:cNvSpPr>
          <p:nvPr>
            <p:ph sz="quarter" idx="13" hasCustomPrompt="1"/>
          </p:nvPr>
        </p:nvSpPr>
        <p:spPr>
          <a:xfrm>
            <a:off x="594359" y="2281918"/>
            <a:ext cx="6787747" cy="3708517"/>
          </a:xfrm>
        </p:spPr>
        <p:txBody>
          <a:bodyPr lIns="0" tIns="228600" rIns="0" bIns="0">
            <a:normAutofit/>
          </a:bodyPr>
          <a:lstStyle>
            <a:lvl1pPr marL="283464" indent="-283464">
              <a:lnSpc>
                <a:spcPct val="80000"/>
              </a:lnSpc>
              <a:spcBef>
                <a:spcPts val="2200"/>
              </a:spcBef>
              <a:buFont typeface="Arial" panose="020B0604020202020204" pitchFamily="34" charset="0"/>
              <a:buChar char="•"/>
              <a:defRPr lang="en-US" sz="2400" b="1" i="0" kern="1200" dirty="0">
                <a:solidFill>
                  <a:schemeClr val="tx2">
                    <a:lumMod val="75000"/>
                  </a:schemeClr>
                </a:solidFill>
                <a:latin typeface="+mn-lt"/>
                <a:ea typeface="+mn-ea"/>
                <a:cs typeface="+mn-cs"/>
              </a:defRPr>
            </a:lvl1pPr>
            <a:lvl2pPr indent="-283464">
              <a:spcBef>
                <a:spcPts val="6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3" name="Slide Number Placeholder 42">
            <a:extLst>
              <a:ext uri="{FF2B5EF4-FFF2-40B4-BE49-F238E27FC236}">
                <a16:creationId xmlns:a16="http://schemas.microsoft.com/office/drawing/2014/main" id="{D80CCC8F-9CF1-9621-04EB-DFA68FEE42D2}"/>
              </a:ext>
            </a:extLst>
          </p:cNvPr>
          <p:cNvSpPr>
            <a:spLocks noGrp="1"/>
          </p:cNvSpPr>
          <p:nvPr>
            <p:ph type="sldNum" sz="quarter" idx="26"/>
          </p:nvPr>
        </p:nvSpPr>
        <p:spPr/>
        <p:txBody>
          <a:bodyPr/>
          <a:lstStyle/>
          <a:p>
            <a:fld id="{294A09A9-5501-47C1-A89A-A340965A2BE2}" type="slidenum">
              <a:rPr lang="en-US" smtClean="0"/>
              <a:pPr/>
              <a:t>‹#›</a:t>
            </a:fld>
            <a:endParaRPr lang="en-US" dirty="0">
              <a:latin typeface="+mn-lt"/>
            </a:endParaRPr>
          </a:p>
        </p:txBody>
      </p:sp>
      <p:sp>
        <p:nvSpPr>
          <p:cNvPr id="42" name="Date Placeholder 41">
            <a:extLst>
              <a:ext uri="{FF2B5EF4-FFF2-40B4-BE49-F238E27FC236}">
                <a16:creationId xmlns:a16="http://schemas.microsoft.com/office/drawing/2014/main" id="{29CE2856-DB8F-5603-C085-74C70560FAC8}"/>
              </a:ext>
            </a:extLst>
          </p:cNvPr>
          <p:cNvSpPr>
            <a:spLocks noGrp="1"/>
          </p:cNvSpPr>
          <p:nvPr>
            <p:ph type="dt" sz="half" idx="25"/>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979826C1-7A52-DA25-F422-EE62DED7D1B6}"/>
              </a:ext>
              <a:ext uri="{C183D7F6-B498-43B3-948B-1728B52AA6E4}">
                <adec:decorative xmlns:adec="http://schemas.microsoft.com/office/drawing/2017/decorative" val="1"/>
              </a:ext>
            </a:extLst>
          </p:cNvPr>
          <p:cNvCxnSpPr>
            <a:cxnSpLocks/>
          </p:cNvCxnSpPr>
          <p:nvPr userDrawn="1"/>
        </p:nvCxnSpPr>
        <p:spPr>
          <a:xfrm>
            <a:off x="594360" y="2148840"/>
            <a:ext cx="2130552" cy="0"/>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180892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3"/>
        </a:solidFill>
        <a:effectLst/>
      </p:bgPr>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79D0555-EBDC-B53A-212D-A5921795FEC8}"/>
              </a:ext>
            </a:extLst>
          </p:cNvPr>
          <p:cNvSpPr>
            <a:spLocks noGrp="1"/>
          </p:cNvSpPr>
          <p:nvPr>
            <p:ph type="pic" sz="quarter" idx="13"/>
          </p:nvPr>
        </p:nvSpPr>
        <p:spPr>
          <a:xfrm>
            <a:off x="0" y="0"/>
            <a:ext cx="12192000" cy="6880543"/>
          </a:xfrm>
          <a:custGeom>
            <a:avLst/>
            <a:gdLst>
              <a:gd name="connsiteX0" fmla="*/ 6309360 w 12192000"/>
              <a:gd name="connsiteY0" fmla="*/ 3951843 h 6880543"/>
              <a:gd name="connsiteX1" fmla="*/ 6309360 w 12192000"/>
              <a:gd name="connsiteY1" fmla="*/ 4052427 h 6880543"/>
              <a:gd name="connsiteX2" fmla="*/ 8442960 w 12192000"/>
              <a:gd name="connsiteY2" fmla="*/ 4052427 h 6880543"/>
              <a:gd name="connsiteX3" fmla="*/ 8442960 w 12192000"/>
              <a:gd name="connsiteY3" fmla="*/ 3951843 h 6880543"/>
              <a:gd name="connsiteX4" fmla="*/ 0 w 12192000"/>
              <a:gd name="connsiteY4" fmla="*/ 0 h 6880543"/>
              <a:gd name="connsiteX5" fmla="*/ 12192000 w 12192000"/>
              <a:gd name="connsiteY5" fmla="*/ 0 h 6880543"/>
              <a:gd name="connsiteX6" fmla="*/ 12192000 w 12192000"/>
              <a:gd name="connsiteY6" fmla="*/ 6880543 h 6880543"/>
              <a:gd name="connsiteX7" fmla="*/ 0 w 12192000"/>
              <a:gd name="connsiteY7" fmla="*/ 6880543 h 6880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80543">
                <a:moveTo>
                  <a:pt x="6309360" y="3951843"/>
                </a:moveTo>
                <a:lnTo>
                  <a:pt x="6309360" y="4052427"/>
                </a:lnTo>
                <a:lnTo>
                  <a:pt x="8442960" y="4052427"/>
                </a:lnTo>
                <a:lnTo>
                  <a:pt x="8442960" y="3951843"/>
                </a:lnTo>
                <a:close/>
                <a:moveTo>
                  <a:pt x="0" y="0"/>
                </a:moveTo>
                <a:lnTo>
                  <a:pt x="12192000" y="0"/>
                </a:lnTo>
                <a:lnTo>
                  <a:pt x="12192000" y="6880543"/>
                </a:lnTo>
                <a:lnTo>
                  <a:pt x="0" y="6880543"/>
                </a:lnTo>
                <a:close/>
              </a:path>
            </a:pathLst>
          </a:custGeom>
        </p:spPr>
        <p:txBody>
          <a:bodyPr wrap="square" tIns="182880">
            <a:noAutofit/>
          </a:bodyPr>
          <a:lstStyle>
            <a:lvl1pPr marL="0" indent="0" algn="ctr">
              <a:buNone/>
              <a:defRPr sz="2000">
                <a:solidFill>
                  <a:schemeClr val="tx1"/>
                </a:solidFill>
              </a:defRPr>
            </a:lvl1pPr>
          </a:lstStyle>
          <a:p>
            <a:r>
              <a:rPr lang="en-US"/>
              <a:t>Click icon to add picture</a:t>
            </a:r>
            <a:endParaRPr lang="en-US" dirty="0"/>
          </a:p>
        </p:txBody>
      </p:sp>
      <p:sp>
        <p:nvSpPr>
          <p:cNvPr id="18" name="Title 1">
            <a:extLst>
              <a:ext uri="{FF2B5EF4-FFF2-40B4-BE49-F238E27FC236}">
                <a16:creationId xmlns:a16="http://schemas.microsoft.com/office/drawing/2014/main" id="{8D492973-78E3-D34E-835E-CF2D4517016D}"/>
              </a:ext>
            </a:extLst>
          </p:cNvPr>
          <p:cNvSpPr>
            <a:spLocks noGrp="1"/>
          </p:cNvSpPr>
          <p:nvPr>
            <p:ph type="title" hasCustomPrompt="1"/>
          </p:nvPr>
        </p:nvSpPr>
        <p:spPr>
          <a:xfrm>
            <a:off x="6309359" y="444933"/>
            <a:ext cx="5477479" cy="3291840"/>
          </a:xfrm>
          <a:prstGeom prst="rect">
            <a:avLst/>
          </a:prstGeom>
        </p:spPr>
        <p:txBody>
          <a:bodyPr lIns="0" tIns="0" rIns="0" bIns="0" anchor="b" anchorCtr="0">
            <a:noAutofit/>
          </a:bodyPr>
          <a:lstStyle>
            <a:lvl1pPr>
              <a:defRPr sz="6000" b="1" i="0" baseline="0">
                <a:solidFill>
                  <a:schemeClr val="tx1"/>
                </a:solidFill>
                <a:latin typeface="+mj-lt"/>
              </a:defRPr>
            </a:lvl1pPr>
          </a:lstStyle>
          <a:p>
            <a:r>
              <a:rPr lang="en-US" dirty="0"/>
              <a:t>Click to add title </a:t>
            </a:r>
          </a:p>
        </p:txBody>
      </p:sp>
      <p:sp>
        <p:nvSpPr>
          <p:cNvPr id="7" name="Rectangle 6">
            <a:extLst>
              <a:ext uri="{FF2B5EF4-FFF2-40B4-BE49-F238E27FC236}">
                <a16:creationId xmlns:a16="http://schemas.microsoft.com/office/drawing/2014/main" id="{D96BA398-1ED2-1FCA-63B9-8915A8C7A524}"/>
              </a:ext>
              <a:ext uri="{C183D7F6-B498-43B3-948B-1728B52AA6E4}">
                <adec:decorative xmlns:adec="http://schemas.microsoft.com/office/drawing/2017/decorative" val="1"/>
              </a:ext>
            </a:extLst>
          </p:cNvPr>
          <p:cNvSpPr/>
          <p:nvPr userDrawn="1"/>
        </p:nvSpPr>
        <p:spPr>
          <a:xfrm>
            <a:off x="6309360" y="3951843"/>
            <a:ext cx="2133600" cy="10058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729169562"/>
      </p:ext>
    </p:extLst>
  </p:cSld>
  <p:clrMapOvr>
    <a:masterClrMapping/>
  </p:clrMapOvr>
  <p:extLst>
    <p:ext uri="{DCECCB84-F9BA-43D5-87BE-67443E8EF086}">
      <p15:sldGuideLst xmlns:p15="http://schemas.microsoft.com/office/powerpoint/2012/main">
        <p15:guide id="2" pos="7104">
          <p15:clr>
            <a:srgbClr val="FBAE40"/>
          </p15:clr>
        </p15:guide>
        <p15:guide id="3" pos="4344" userDrawn="1">
          <p15:clr>
            <a:srgbClr val="FBAE40"/>
          </p15:clr>
        </p15:guide>
        <p15:guide id="4" pos="4560" userDrawn="1">
          <p15:clr>
            <a:srgbClr val="FBAE40"/>
          </p15:clr>
        </p15:guide>
        <p15:guide id="8" orient="horz" pos="184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299835" y="43052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sp>
        <p:nvSpPr>
          <p:cNvPr id="6" name="Picture Placeholder 5">
            <a:extLst>
              <a:ext uri="{FF2B5EF4-FFF2-40B4-BE49-F238E27FC236}">
                <a16:creationId xmlns:a16="http://schemas.microsoft.com/office/drawing/2014/main" id="{A9973BC6-F6E5-0B3B-C8AB-0AC4020D4E8B}"/>
              </a:ext>
            </a:extLst>
          </p:cNvPr>
          <p:cNvSpPr>
            <a:spLocks noGrp="1"/>
          </p:cNvSpPr>
          <p:nvPr>
            <p:ph type="pic" sz="quarter" idx="12"/>
          </p:nvPr>
        </p:nvSpPr>
        <p:spPr>
          <a:xfrm>
            <a:off x="0" y="-11113"/>
            <a:ext cx="5791200" cy="6880226"/>
          </a:xfrm>
        </p:spPr>
        <p:txBody>
          <a:bodyPr>
            <a:normAutofit/>
          </a:bodyPr>
          <a:lstStyle>
            <a:lvl1pPr marL="0" indent="0" algn="ctr">
              <a:buNone/>
              <a:defRPr sz="2000"/>
            </a:lvl1pPr>
          </a:lstStyle>
          <a:p>
            <a:r>
              <a:rPr lang="en-US"/>
              <a:t>Click icon to add picture</a:t>
            </a:r>
            <a:endParaRPr lang="en-US" dirty="0"/>
          </a:p>
        </p:txBody>
      </p: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6299835" y="456860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cxnSp>
        <p:nvCxnSpPr>
          <p:cNvPr id="7" name="Straight Connector 6">
            <a:extLst>
              <a:ext uri="{FF2B5EF4-FFF2-40B4-BE49-F238E27FC236}">
                <a16:creationId xmlns:a16="http://schemas.microsoft.com/office/drawing/2014/main" id="{29169ED6-4B82-6844-119F-AC15CDF2D3E5}"/>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87914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ummary 2">
    <p:bg>
      <p:bgPr>
        <a:solidFill>
          <a:schemeClr val="tx1"/>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C57F1500-1A16-D1EF-4F0C-030852B291FC}"/>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grpSp>
        <p:nvGrpSpPr>
          <p:cNvPr id="10" name="Group 9">
            <a:extLst>
              <a:ext uri="{FF2B5EF4-FFF2-40B4-BE49-F238E27FC236}">
                <a16:creationId xmlns:a16="http://schemas.microsoft.com/office/drawing/2014/main" id="{2D07A0BE-3890-193E-9439-F294E61A71B9}"/>
              </a:ext>
              <a:ext uri="{C183D7F6-B498-43B3-948B-1728B52AA6E4}">
                <adec:decorative xmlns:adec="http://schemas.microsoft.com/office/drawing/2017/decorative" val="1"/>
              </a:ext>
            </a:extLst>
          </p:cNvPr>
          <p:cNvGrpSpPr>
            <a:grpSpLocks/>
          </p:cNvGrpSpPr>
          <p:nvPr userDrawn="1"/>
        </p:nvGrpSpPr>
        <p:grpSpPr bwMode="auto">
          <a:xfrm rot="16200000" flipV="1">
            <a:off x="0" y="3900132"/>
            <a:ext cx="2959226" cy="2959226"/>
            <a:chOff x="0" y="12289"/>
            <a:chExt cx="3550" cy="3551"/>
          </a:xfrm>
        </p:grpSpPr>
        <p:sp>
          <p:nvSpPr>
            <p:cNvPr id="11" name="Freeform 19">
              <a:extLst>
                <a:ext uri="{FF2B5EF4-FFF2-40B4-BE49-F238E27FC236}">
                  <a16:creationId xmlns:a16="http://schemas.microsoft.com/office/drawing/2014/main" id="{C05217ED-C258-E6CE-BA7F-28A6EA41BCD3}"/>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20">
              <a:extLst>
                <a:ext uri="{FF2B5EF4-FFF2-40B4-BE49-F238E27FC236}">
                  <a16:creationId xmlns:a16="http://schemas.microsoft.com/office/drawing/2014/main" id="{F3E11A1F-14DD-BA35-D7D7-4D4ADEAA3484}"/>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21">
              <a:extLst>
                <a:ext uri="{FF2B5EF4-FFF2-40B4-BE49-F238E27FC236}">
                  <a16:creationId xmlns:a16="http://schemas.microsoft.com/office/drawing/2014/main" id="{F14541B0-973F-7E21-1019-D2FB83C8C0D0}"/>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32" name="Title 1">
            <a:extLst>
              <a:ext uri="{FF2B5EF4-FFF2-40B4-BE49-F238E27FC236}">
                <a16:creationId xmlns:a16="http://schemas.microsoft.com/office/drawing/2014/main" id="{467E05B6-B7CB-1E4F-96BA-4B8CFE8B63D9}"/>
              </a:ext>
            </a:extLst>
          </p:cNvPr>
          <p:cNvSpPr>
            <a:spLocks noGrp="1"/>
          </p:cNvSpPr>
          <p:nvPr>
            <p:ph type="title" hasCustomPrompt="1"/>
          </p:nvPr>
        </p:nvSpPr>
        <p:spPr>
          <a:xfrm>
            <a:off x="594360" y="102875"/>
            <a:ext cx="10873740" cy="1680205"/>
          </a:xfrm>
          <a:prstGeom prst="rect">
            <a:avLst/>
          </a:prstGeom>
        </p:spPr>
        <p:txBody>
          <a:bodyPr lIns="0" tIns="0" rIns="0" bIns="0" anchor="b" anchorCtr="0">
            <a:noAutofit/>
          </a:bodyPr>
          <a:lstStyle>
            <a:lvl1pPr>
              <a:defRPr sz="4400" b="1" i="0">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F6FE0DC0-B0D7-F4D6-8038-177AD7A8C211}"/>
              </a:ext>
            </a:extLst>
          </p:cNvPr>
          <p:cNvSpPr>
            <a:spLocks noGrp="1"/>
          </p:cNvSpPr>
          <p:nvPr>
            <p:ph sz="quarter" idx="13" hasCustomPrompt="1"/>
          </p:nvPr>
        </p:nvSpPr>
        <p:spPr>
          <a:xfrm>
            <a:off x="3657600" y="2282008"/>
            <a:ext cx="7810500" cy="3699328"/>
          </a:xfrm>
        </p:spPr>
        <p:txBody>
          <a:bodyPr lIns="0" tIns="228600" rIns="0" bIns="0">
            <a:normAutofit/>
          </a:bodyPr>
          <a:lstStyle>
            <a:lvl1pPr marL="283464" indent="-283464">
              <a:spcBef>
                <a:spcPts val="1800"/>
              </a:spcBef>
              <a:buFont typeface="Arial" panose="020B0604020202020204" pitchFamily="34" charset="0"/>
              <a:buChar char="•"/>
              <a:defRPr sz="2000"/>
            </a:lvl1pPr>
            <a:lvl2pPr indent="-283464">
              <a:spcBef>
                <a:spcPts val="18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7">
            <a:extLst>
              <a:ext uri="{FF2B5EF4-FFF2-40B4-BE49-F238E27FC236}">
                <a16:creationId xmlns:a16="http://schemas.microsoft.com/office/drawing/2014/main" id="{7ED58739-4346-5104-B1AC-89ED035912AF}"/>
              </a:ext>
            </a:extLst>
          </p:cNvPr>
          <p:cNvSpPr>
            <a:spLocks noGrp="1"/>
          </p:cNvSpPr>
          <p:nvPr>
            <p:ph type="sldNum" sz="quarter" idx="22"/>
          </p:nvPr>
        </p:nvSpPr>
        <p:spPr/>
        <p:txBody>
          <a:bodyPr/>
          <a:lstStyle/>
          <a:p>
            <a:fld id="{294A09A9-5501-47C1-A89A-A340965A2BE2}" type="slidenum">
              <a:rPr lang="en-US" smtClean="0"/>
              <a:pPr/>
              <a:t>‹#›</a:t>
            </a:fld>
            <a:endParaRPr lang="en-US" dirty="0">
              <a:latin typeface="+mn-lt"/>
            </a:endParaRPr>
          </a:p>
        </p:txBody>
      </p:sp>
      <p:sp>
        <p:nvSpPr>
          <p:cNvPr id="5" name="Date Placeholder 4">
            <a:extLst>
              <a:ext uri="{FF2B5EF4-FFF2-40B4-BE49-F238E27FC236}">
                <a16:creationId xmlns:a16="http://schemas.microsoft.com/office/drawing/2014/main" id="{E9272B8D-F380-9F1A-C8E6-BDD2352B1763}"/>
              </a:ext>
            </a:extLst>
          </p:cNvPr>
          <p:cNvSpPr>
            <a:spLocks noGrp="1"/>
          </p:cNvSpPr>
          <p:nvPr>
            <p:ph type="dt" sz="half" idx="21"/>
          </p:nvPr>
        </p:nvSpPr>
        <p:spPr/>
        <p:txBody>
          <a:bodyPr/>
          <a:lstStyle/>
          <a:p>
            <a:endParaRPr lang="en-US" dirty="0">
              <a:latin typeface="+mn-lt"/>
            </a:endParaRPr>
          </a:p>
        </p:txBody>
      </p:sp>
    </p:spTree>
    <p:extLst>
      <p:ext uri="{BB962C8B-B14F-4D97-AF65-F5344CB8AC3E}">
        <p14:creationId xmlns:p14="http://schemas.microsoft.com/office/powerpoint/2010/main" val="140296414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pos="600">
          <p15:clr>
            <a:srgbClr val="FBAE40"/>
          </p15:clr>
        </p15:guide>
        <p15:guide id="2" pos="7080">
          <p15:clr>
            <a:srgbClr val="FBAE40"/>
          </p15:clr>
        </p15:guide>
        <p15:guide id="3" pos="2304">
          <p15:clr>
            <a:srgbClr val="FBAE40"/>
          </p15:clr>
        </p15:guide>
        <p15:guide id="4" pos="5736">
          <p15:clr>
            <a:srgbClr val="FBAE40"/>
          </p15:clr>
        </p15:guide>
        <p15:guide id="5" pos="1944">
          <p15:clr>
            <a:srgbClr val="FBAE40"/>
          </p15:clr>
        </p15:guide>
        <p15:guide id="6" pos="4008">
          <p15:clr>
            <a:srgbClr val="FBAE40"/>
          </p15:clr>
        </p15:guide>
        <p15:guide id="7" orient="horz" pos="1224">
          <p15:clr>
            <a:srgbClr val="FBAE40"/>
          </p15:clr>
        </p15:guide>
        <p15:guide id="8" orient="horz" pos="1440">
          <p15:clr>
            <a:srgbClr val="FBAE40"/>
          </p15:clr>
        </p15:guide>
        <p15:guide id="9" orient="horz" pos="552">
          <p15:clr>
            <a:srgbClr val="FBAE40"/>
          </p15:clr>
        </p15:guide>
        <p15:guide id="10" pos="5352">
          <p15:clr>
            <a:srgbClr val="FBAE40"/>
          </p15:clr>
        </p15:guide>
        <p15:guide id="11" pos="364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309904"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a:off x="1" y="758752"/>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cxnSp>
        <p:nvCxnSpPr>
          <p:cNvPr id="13" name="Straight Connector 12">
            <a:extLst>
              <a:ext uri="{FF2B5EF4-FFF2-40B4-BE49-F238E27FC236}">
                <a16:creationId xmlns:a16="http://schemas.microsoft.com/office/drawing/2014/main" id="{A69706A2-3726-FE4E-B923-E75D48597816}"/>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6309905" y="454955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spTree>
    <p:extLst>
      <p:ext uri="{BB962C8B-B14F-4D97-AF65-F5344CB8AC3E}">
        <p14:creationId xmlns:p14="http://schemas.microsoft.com/office/powerpoint/2010/main" val="20271085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Two Content 2">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C97D5AF2-684A-4A8D-3D82-B57D7AC44677}"/>
              </a:ext>
              <a:ext uri="{C183D7F6-B498-43B3-948B-1728B52AA6E4}">
                <adec:decorative xmlns:adec="http://schemas.microsoft.com/office/drawing/2017/decorative" val="1"/>
              </a:ext>
            </a:extLst>
          </p:cNvPr>
          <p:cNvGrpSpPr>
            <a:grpSpLocks/>
          </p:cNvGrpSpPr>
          <p:nvPr userDrawn="1"/>
        </p:nvGrpSpPr>
        <p:grpSpPr bwMode="auto">
          <a:xfrm rot="10800000">
            <a:off x="8870040" y="0"/>
            <a:ext cx="3325208" cy="3325208"/>
            <a:chOff x="0" y="12289"/>
            <a:chExt cx="3550" cy="3551"/>
          </a:xfrm>
        </p:grpSpPr>
        <p:sp>
          <p:nvSpPr>
            <p:cNvPr id="12" name="Freeform 4">
              <a:extLst>
                <a:ext uri="{FF2B5EF4-FFF2-40B4-BE49-F238E27FC236}">
                  <a16:creationId xmlns:a16="http://schemas.microsoft.com/office/drawing/2014/main" id="{8CF5F650-F8F0-F4FE-44DA-1F14ADE428B2}"/>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5">
              <a:extLst>
                <a:ext uri="{FF2B5EF4-FFF2-40B4-BE49-F238E27FC236}">
                  <a16:creationId xmlns:a16="http://schemas.microsoft.com/office/drawing/2014/main" id="{18870924-E47D-404F-59B5-BD1C58F7B04C}"/>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7">
              <a:extLst>
                <a:ext uri="{FF2B5EF4-FFF2-40B4-BE49-F238E27FC236}">
                  <a16:creationId xmlns:a16="http://schemas.microsoft.com/office/drawing/2014/main" id="{80806A65-E4FC-2F52-65B3-CC181E620C29}"/>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278129"/>
            <a:ext cx="9778365" cy="1494596"/>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F14DA3C5-63E4-BAFB-1D68-47F71EEEE538}"/>
              </a:ext>
            </a:extLst>
          </p:cNvPr>
          <p:cNvSpPr>
            <a:spLocks noGrp="1"/>
          </p:cNvSpPr>
          <p:nvPr>
            <p:ph sz="quarter" idx="15" hasCustomPrompt="1"/>
          </p:nvPr>
        </p:nvSpPr>
        <p:spPr>
          <a:xfrm>
            <a:off x="594360" y="2676525"/>
            <a:ext cx="4490827" cy="3597470"/>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9436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5">
            <a:extLst>
              <a:ext uri="{FF2B5EF4-FFF2-40B4-BE49-F238E27FC236}">
                <a16:creationId xmlns:a16="http://schemas.microsoft.com/office/drawing/2014/main" id="{BD11386D-847E-8CF5-E56A-42E80A65A089}"/>
              </a:ext>
            </a:extLst>
          </p:cNvPr>
          <p:cNvSpPr>
            <a:spLocks noGrp="1"/>
          </p:cNvSpPr>
          <p:nvPr>
            <p:ph sz="quarter" idx="16" hasCustomPrompt="1"/>
          </p:nvPr>
        </p:nvSpPr>
        <p:spPr>
          <a:xfrm>
            <a:off x="5881898" y="2676525"/>
            <a:ext cx="4490827" cy="3597470"/>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4864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41056953"/>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42E558A9-6DD6-E21D-3A8F-6707E1DD19F1}"/>
              </a:ext>
              <a:ext uri="{C183D7F6-B498-43B3-948B-1728B52AA6E4}">
                <adec:decorative xmlns:adec="http://schemas.microsoft.com/office/drawing/2017/decorative" val="1"/>
              </a:ext>
            </a:extLst>
          </p:cNvPr>
          <p:cNvGrpSpPr/>
          <p:nvPr userDrawn="1"/>
        </p:nvGrpSpPr>
        <p:grpSpPr>
          <a:xfrm>
            <a:off x="6362700" y="0"/>
            <a:ext cx="5829298" cy="3235602"/>
            <a:chOff x="5612972" y="1"/>
            <a:chExt cx="6615961" cy="3672246"/>
          </a:xfrm>
        </p:grpSpPr>
        <p:sp>
          <p:nvSpPr>
            <p:cNvPr id="12" name="AutoShape 24">
              <a:extLst>
                <a:ext uri="{FF2B5EF4-FFF2-40B4-BE49-F238E27FC236}">
                  <a16:creationId xmlns:a16="http://schemas.microsoft.com/office/drawing/2014/main" id="{3FC994E4-318C-1E66-B4E4-8F8FD08E098F}"/>
                </a:ext>
              </a:extLst>
            </p:cNvPr>
            <p:cNvSpPr>
              <a:spLocks/>
            </p:cNvSpPr>
            <p:nvPr/>
          </p:nvSpPr>
          <p:spPr bwMode="auto">
            <a:xfrm>
              <a:off x="5612972" y="1"/>
              <a:ext cx="4408998" cy="3672246"/>
            </a:xfrm>
            <a:custGeom>
              <a:avLst/>
              <a:gdLst>
                <a:gd name="T0" fmla="+- 0 8372 6586"/>
                <a:gd name="T1" fmla="*/ T0 w 3578"/>
                <a:gd name="T2" fmla="*/ 591 h 2980"/>
                <a:gd name="T3" fmla="+- 0 7780 6586"/>
                <a:gd name="T4" fmla="*/ T3 w 3578"/>
                <a:gd name="T5" fmla="*/ 0 h 2980"/>
                <a:gd name="T6" fmla="+- 0 6586 6586"/>
                <a:gd name="T7" fmla="*/ T6 w 3578"/>
                <a:gd name="T8" fmla="*/ 0 h 2980"/>
                <a:gd name="T9" fmla="+- 0 7774 6586"/>
                <a:gd name="T10" fmla="*/ T9 w 3578"/>
                <a:gd name="T11" fmla="*/ 1188 h 2980"/>
                <a:gd name="T12" fmla="+- 0 8372 6586"/>
                <a:gd name="T13" fmla="*/ T12 w 3578"/>
                <a:gd name="T14" fmla="*/ 591 h 2980"/>
                <a:gd name="T15" fmla="+- 0 10163 6586"/>
                <a:gd name="T16" fmla="*/ T15 w 3578"/>
                <a:gd name="T17" fmla="*/ 2383 h 2980"/>
                <a:gd name="T18" fmla="+- 0 9566 6586"/>
                <a:gd name="T19" fmla="*/ T18 w 3578"/>
                <a:gd name="T20" fmla="*/ 1786 h 2980"/>
                <a:gd name="T21" fmla="+- 0 8969 6586"/>
                <a:gd name="T22" fmla="*/ T21 w 3578"/>
                <a:gd name="T23" fmla="*/ 2383 h 2980"/>
                <a:gd name="T24" fmla="+- 0 9566 6586"/>
                <a:gd name="T25" fmla="*/ T24 w 3578"/>
                <a:gd name="T26" fmla="*/ 2980 h 2980"/>
                <a:gd name="T27" fmla="+- 0 10163 6586"/>
                <a:gd name="T28" fmla="*/ T27 w 3578"/>
                <a:gd name="T29" fmla="*/ 2383 h 2980"/>
              </a:gdLst>
              <a:ahLst/>
              <a:cxnLst>
                <a:cxn ang="0">
                  <a:pos x="T1" y="T2"/>
                </a:cxn>
                <a:cxn ang="0">
                  <a:pos x="T4" y="T5"/>
                </a:cxn>
                <a:cxn ang="0">
                  <a:pos x="T7" y="T8"/>
                </a:cxn>
                <a:cxn ang="0">
                  <a:pos x="T10" y="T11"/>
                </a:cxn>
                <a:cxn ang="0">
                  <a:pos x="T13" y="T14"/>
                </a:cxn>
                <a:cxn ang="0">
                  <a:pos x="T16" y="T17"/>
                </a:cxn>
                <a:cxn ang="0">
                  <a:pos x="T19" y="T20"/>
                </a:cxn>
                <a:cxn ang="0">
                  <a:pos x="T22" y="T23"/>
                </a:cxn>
                <a:cxn ang="0">
                  <a:pos x="T25" y="T26"/>
                </a:cxn>
                <a:cxn ang="0">
                  <a:pos x="T28" y="T29"/>
                </a:cxn>
              </a:cxnLst>
              <a:rect l="0" t="0" r="r" b="b"/>
              <a:pathLst>
                <a:path w="3578" h="2980">
                  <a:moveTo>
                    <a:pt x="1786" y="591"/>
                  </a:moveTo>
                  <a:lnTo>
                    <a:pt x="1194" y="0"/>
                  </a:lnTo>
                  <a:lnTo>
                    <a:pt x="0" y="0"/>
                  </a:lnTo>
                  <a:lnTo>
                    <a:pt x="1188" y="1188"/>
                  </a:lnTo>
                  <a:lnTo>
                    <a:pt x="1786" y="591"/>
                  </a:lnTo>
                  <a:moveTo>
                    <a:pt x="3577" y="2383"/>
                  </a:moveTo>
                  <a:lnTo>
                    <a:pt x="2980" y="1786"/>
                  </a:lnTo>
                  <a:lnTo>
                    <a:pt x="2383" y="2383"/>
                  </a:lnTo>
                  <a:lnTo>
                    <a:pt x="2980" y="2980"/>
                  </a:lnTo>
                  <a:lnTo>
                    <a:pt x="3577" y="2383"/>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7">
              <a:extLst>
                <a:ext uri="{FF2B5EF4-FFF2-40B4-BE49-F238E27FC236}">
                  <a16:creationId xmlns:a16="http://schemas.microsoft.com/office/drawing/2014/main" id="{17C00E6B-F625-6D6C-8364-9DD9F3C3628F}"/>
                </a:ext>
              </a:extLst>
            </p:cNvPr>
            <p:cNvSpPr>
              <a:spLocks/>
            </p:cNvSpPr>
            <p:nvPr/>
          </p:nvSpPr>
          <p:spPr bwMode="auto">
            <a:xfrm>
              <a:off x="6341233" y="1463970"/>
              <a:ext cx="2208196" cy="2208277"/>
            </a:xfrm>
            <a:custGeom>
              <a:avLst/>
              <a:gdLst>
                <a:gd name="T0" fmla="+- 0 7774 7177"/>
                <a:gd name="T1" fmla="*/ T0 w 1792"/>
                <a:gd name="T2" fmla="+- 0 1188 1188"/>
                <a:gd name="T3" fmla="*/ 1188 h 1792"/>
                <a:gd name="T4" fmla="+- 0 7177 7177"/>
                <a:gd name="T5" fmla="*/ T4 w 1792"/>
                <a:gd name="T6" fmla="+- 0 1786 1188"/>
                <a:gd name="T7" fmla="*/ 1786 h 1792"/>
                <a:gd name="T8" fmla="+- 0 8372 7177"/>
                <a:gd name="T9" fmla="*/ T8 w 1792"/>
                <a:gd name="T10" fmla="+- 0 2980 1188"/>
                <a:gd name="T11" fmla="*/ 2980 h 1792"/>
                <a:gd name="T12" fmla="+- 0 8969 7177"/>
                <a:gd name="T13" fmla="*/ T12 w 1792"/>
                <a:gd name="T14" fmla="+- 0 2383 1188"/>
                <a:gd name="T15" fmla="*/ 2383 h 1792"/>
                <a:gd name="T16" fmla="+- 0 7774 7177"/>
                <a:gd name="T17" fmla="*/ T16 w 1792"/>
                <a:gd name="T18" fmla="+- 0 1188 1188"/>
                <a:gd name="T19" fmla="*/ 1188 h 1792"/>
              </a:gdLst>
              <a:ahLst/>
              <a:cxnLst>
                <a:cxn ang="0">
                  <a:pos x="T1" y="T3"/>
                </a:cxn>
                <a:cxn ang="0">
                  <a:pos x="T5" y="T7"/>
                </a:cxn>
                <a:cxn ang="0">
                  <a:pos x="T9" y="T11"/>
                </a:cxn>
                <a:cxn ang="0">
                  <a:pos x="T13" y="T15"/>
                </a:cxn>
                <a:cxn ang="0">
                  <a:pos x="T17" y="T19"/>
                </a:cxn>
              </a:cxnLst>
              <a:rect l="0" t="0" r="r" b="b"/>
              <a:pathLst>
                <a:path w="1792" h="1792">
                  <a:moveTo>
                    <a:pt x="597" y="0"/>
                  </a:moveTo>
                  <a:lnTo>
                    <a:pt x="0" y="598"/>
                  </a:lnTo>
                  <a:lnTo>
                    <a:pt x="1195" y="1792"/>
                  </a:lnTo>
                  <a:lnTo>
                    <a:pt x="1792" y="1195"/>
                  </a:lnTo>
                  <a:lnTo>
                    <a:pt x="597"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8">
              <a:extLst>
                <a:ext uri="{FF2B5EF4-FFF2-40B4-BE49-F238E27FC236}">
                  <a16:creationId xmlns:a16="http://schemas.microsoft.com/office/drawing/2014/main" id="{C6197B87-4F65-7981-9463-84830CD3687F}"/>
                </a:ext>
              </a:extLst>
            </p:cNvPr>
            <p:cNvSpPr>
              <a:spLocks/>
            </p:cNvSpPr>
            <p:nvPr/>
          </p:nvSpPr>
          <p:spPr bwMode="auto">
            <a:xfrm>
              <a:off x="8555590" y="1"/>
              <a:ext cx="1457754" cy="729520"/>
            </a:xfrm>
            <a:custGeom>
              <a:avLst/>
              <a:gdLst>
                <a:gd name="T0" fmla="+- 0 10158 8975"/>
                <a:gd name="T1" fmla="*/ T0 w 1183"/>
                <a:gd name="T2" fmla="*/ 0 h 592"/>
                <a:gd name="T3" fmla="+- 0 8975 8975"/>
                <a:gd name="T4" fmla="*/ T3 w 1183"/>
                <a:gd name="T5" fmla="*/ 0 h 592"/>
                <a:gd name="T6" fmla="+- 0 9566 8975"/>
                <a:gd name="T7" fmla="*/ T6 w 1183"/>
                <a:gd name="T8" fmla="*/ 591 h 592"/>
                <a:gd name="T9" fmla="+- 0 10158 8975"/>
                <a:gd name="T10" fmla="*/ T9 w 1183"/>
                <a:gd name="T11" fmla="*/ 0 h 592"/>
              </a:gdLst>
              <a:ahLst/>
              <a:cxnLst>
                <a:cxn ang="0">
                  <a:pos x="T1" y="T2"/>
                </a:cxn>
                <a:cxn ang="0">
                  <a:pos x="T4" y="T5"/>
                </a:cxn>
                <a:cxn ang="0">
                  <a:pos x="T7" y="T8"/>
                </a:cxn>
                <a:cxn ang="0">
                  <a:pos x="T10" y="T11"/>
                </a:cxn>
              </a:cxnLst>
              <a:rect l="0" t="0" r="r" b="b"/>
              <a:pathLst>
                <a:path w="1183" h="592">
                  <a:moveTo>
                    <a:pt x="1183" y="0"/>
                  </a:moveTo>
                  <a:lnTo>
                    <a:pt x="0" y="0"/>
                  </a:lnTo>
                  <a:lnTo>
                    <a:pt x="591" y="591"/>
                  </a:lnTo>
                  <a:lnTo>
                    <a:pt x="1183"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8" name="Freeform 9">
              <a:extLst>
                <a:ext uri="{FF2B5EF4-FFF2-40B4-BE49-F238E27FC236}">
                  <a16:creationId xmlns:a16="http://schemas.microsoft.com/office/drawing/2014/main" id="{86AA517C-7217-D864-B7E7-40984A2880DB}"/>
                </a:ext>
              </a:extLst>
            </p:cNvPr>
            <p:cNvSpPr>
              <a:spLocks/>
            </p:cNvSpPr>
            <p:nvPr/>
          </p:nvSpPr>
          <p:spPr bwMode="auto">
            <a:xfrm>
              <a:off x="7076887" y="728289"/>
              <a:ext cx="2208196" cy="2208277"/>
            </a:xfrm>
            <a:custGeom>
              <a:avLst/>
              <a:gdLst>
                <a:gd name="T0" fmla="+- 0 8372 7774"/>
                <a:gd name="T1" fmla="*/ T0 w 1792"/>
                <a:gd name="T2" fmla="+- 0 591 591"/>
                <a:gd name="T3" fmla="*/ 591 h 1792"/>
                <a:gd name="T4" fmla="+- 0 7774 7774"/>
                <a:gd name="T5" fmla="*/ T4 w 1792"/>
                <a:gd name="T6" fmla="+- 0 1188 591"/>
                <a:gd name="T7" fmla="*/ 1188 h 1792"/>
                <a:gd name="T8" fmla="+- 0 8969 7774"/>
                <a:gd name="T9" fmla="*/ T8 w 1792"/>
                <a:gd name="T10" fmla="+- 0 2383 591"/>
                <a:gd name="T11" fmla="*/ 2383 h 1792"/>
                <a:gd name="T12" fmla="+- 0 9566 7774"/>
                <a:gd name="T13" fmla="*/ T12 w 1792"/>
                <a:gd name="T14" fmla="+- 0 1786 591"/>
                <a:gd name="T15" fmla="*/ 1786 h 1792"/>
                <a:gd name="T16" fmla="+- 0 8372 7774"/>
                <a:gd name="T17" fmla="*/ T16 w 1792"/>
                <a:gd name="T18" fmla="+- 0 591 591"/>
                <a:gd name="T19" fmla="*/ 591 h 1792"/>
              </a:gdLst>
              <a:ahLst/>
              <a:cxnLst>
                <a:cxn ang="0">
                  <a:pos x="T1" y="T3"/>
                </a:cxn>
                <a:cxn ang="0">
                  <a:pos x="T5" y="T7"/>
                </a:cxn>
                <a:cxn ang="0">
                  <a:pos x="T9" y="T11"/>
                </a:cxn>
                <a:cxn ang="0">
                  <a:pos x="T13" y="T15"/>
                </a:cxn>
                <a:cxn ang="0">
                  <a:pos x="T17" y="T19"/>
                </a:cxn>
              </a:cxnLst>
              <a:rect l="0" t="0" r="r" b="b"/>
              <a:pathLst>
                <a:path w="1792" h="1792">
                  <a:moveTo>
                    <a:pt x="598" y="0"/>
                  </a:moveTo>
                  <a:lnTo>
                    <a:pt x="0" y="597"/>
                  </a:lnTo>
                  <a:lnTo>
                    <a:pt x="1195" y="1792"/>
                  </a:lnTo>
                  <a:lnTo>
                    <a:pt x="1792" y="1195"/>
                  </a:lnTo>
                  <a:lnTo>
                    <a:pt x="598" y="0"/>
                  </a:lnTo>
                  <a:close/>
                </a:path>
              </a:pathLst>
            </a:custGeom>
            <a:solidFill>
              <a:schemeClr val="tx2"/>
            </a:solidFill>
            <a:ln>
              <a:noFill/>
            </a:ln>
          </p:spPr>
          <p:txBody>
            <a:bodyPr rot="0" vert="horz" wrap="square" lIns="91440" tIns="45720" rIns="91440" bIns="45720" anchor="t" anchorCtr="0" upright="1">
              <a:noAutofit/>
            </a:bodyPr>
            <a:lstStyle/>
            <a:p>
              <a:endParaRPr lang="en-US" dirty="0"/>
            </a:p>
          </p:txBody>
        </p:sp>
        <p:sp>
          <p:nvSpPr>
            <p:cNvPr id="19" name="Freeform 10">
              <a:extLst>
                <a:ext uri="{FF2B5EF4-FFF2-40B4-BE49-F238E27FC236}">
                  <a16:creationId xmlns:a16="http://schemas.microsoft.com/office/drawing/2014/main" id="{524013C6-491C-CAA2-5BD6-7C73596711CC}"/>
                </a:ext>
              </a:extLst>
            </p:cNvPr>
            <p:cNvSpPr>
              <a:spLocks/>
            </p:cNvSpPr>
            <p:nvPr/>
          </p:nvSpPr>
          <p:spPr bwMode="auto">
            <a:xfrm>
              <a:off x="9285083" y="728289"/>
              <a:ext cx="2943850" cy="2943958"/>
            </a:xfrm>
            <a:custGeom>
              <a:avLst/>
              <a:gdLst>
                <a:gd name="T0" fmla="+- 0 11955 9566"/>
                <a:gd name="T1" fmla="*/ T0 w 2389"/>
                <a:gd name="T2" fmla="+- 0 1786 591"/>
                <a:gd name="T3" fmla="*/ 1786 h 2389"/>
                <a:gd name="T4" fmla="+- 0 10760 9566"/>
                <a:gd name="T5" fmla="*/ T4 w 2389"/>
                <a:gd name="T6" fmla="+- 0 591 591"/>
                <a:gd name="T7" fmla="*/ 591 h 2389"/>
                <a:gd name="T8" fmla="+- 0 9566 9566"/>
                <a:gd name="T9" fmla="*/ T8 w 2389"/>
                <a:gd name="T10" fmla="+- 0 1786 591"/>
                <a:gd name="T11" fmla="*/ 1786 h 2389"/>
                <a:gd name="T12" fmla="+- 0 10760 9566"/>
                <a:gd name="T13" fmla="*/ T12 w 2389"/>
                <a:gd name="T14" fmla="+- 0 2980 591"/>
                <a:gd name="T15" fmla="*/ 2980 h 2389"/>
                <a:gd name="T16" fmla="+- 0 11955 9566"/>
                <a:gd name="T17" fmla="*/ T16 w 2389"/>
                <a:gd name="T18" fmla="+- 0 1786 591"/>
                <a:gd name="T19" fmla="*/ 1786 h 2389"/>
              </a:gdLst>
              <a:ahLst/>
              <a:cxnLst>
                <a:cxn ang="0">
                  <a:pos x="T1" y="T3"/>
                </a:cxn>
                <a:cxn ang="0">
                  <a:pos x="T5" y="T7"/>
                </a:cxn>
                <a:cxn ang="0">
                  <a:pos x="T9" y="T11"/>
                </a:cxn>
                <a:cxn ang="0">
                  <a:pos x="T13" y="T15"/>
                </a:cxn>
                <a:cxn ang="0">
                  <a:pos x="T17" y="T19"/>
                </a:cxn>
              </a:cxnLst>
              <a:rect l="0" t="0" r="r" b="b"/>
              <a:pathLst>
                <a:path w="2389" h="2389">
                  <a:moveTo>
                    <a:pt x="2389" y="1195"/>
                  </a:moveTo>
                  <a:lnTo>
                    <a:pt x="1194" y="0"/>
                  </a:lnTo>
                  <a:lnTo>
                    <a:pt x="0" y="1195"/>
                  </a:lnTo>
                  <a:lnTo>
                    <a:pt x="1194" y="2389"/>
                  </a:lnTo>
                  <a:lnTo>
                    <a:pt x="2389" y="1195"/>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6318885" y="3499667"/>
            <a:ext cx="4939666" cy="2542810"/>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6347460" y="631317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603885" y="457201"/>
            <a:ext cx="5198269" cy="2305050"/>
          </a:xfrm>
        </p:spPr>
        <p:txBody>
          <a:bodyPr lIns="0" tIns="274320">
            <a:normAutofit/>
          </a:bodyPr>
          <a:lstStyle>
            <a:lvl1pPr marL="457200" indent="-457200">
              <a:spcBef>
                <a:spcPts val="1800"/>
              </a:spcBef>
              <a:buFont typeface="+mj-lt"/>
              <a:buAutoNum type="arabicPeriod"/>
              <a:defRPr sz="2000"/>
            </a:lvl1pPr>
            <a:lvl2pPr marL="914400" indent="-457200">
              <a:spcBef>
                <a:spcPts val="1800"/>
              </a:spcBef>
              <a:buFont typeface="+mj-lt"/>
              <a:buAutoNum type="alphaLcPeriod"/>
              <a:defRPr sz="2000"/>
            </a:lvl2pPr>
            <a:lvl3pPr marL="1371600" indent="-457200">
              <a:spcBef>
                <a:spcPts val="1800"/>
              </a:spcBef>
              <a:buFont typeface="+mj-lt"/>
              <a:buAutoNum type="arabicParenR"/>
              <a:defRPr sz="2000"/>
            </a:lvl3pPr>
            <a:lvl4pPr marL="1371600" indent="0">
              <a:spcBef>
                <a:spcPts val="1800"/>
              </a:spcBef>
              <a:buFont typeface="+mj-lt"/>
              <a:buNone/>
              <a:defRPr sz="2000"/>
            </a:lvl4pPr>
            <a:lvl5pPr marL="2286000" indent="-457200">
              <a:spcBef>
                <a:spcPts val="1800"/>
              </a:spcBef>
              <a:buFont typeface="+mj-lt"/>
              <a:buAutoNum type="arabicPeriod"/>
              <a:defRPr sz="2000"/>
            </a:lvl5pPr>
          </a:lstStyle>
          <a:p>
            <a:pPr lvl="0"/>
            <a:r>
              <a:rPr lang="en-US" dirty="0"/>
              <a:t>Click to add content</a:t>
            </a:r>
          </a:p>
          <a:p>
            <a:pPr lvl="1"/>
            <a:r>
              <a:rPr lang="en-US" dirty="0"/>
              <a:t>Second level</a:t>
            </a:r>
          </a:p>
          <a:p>
            <a:pPr lvl="2"/>
            <a:r>
              <a:rPr lang="en-US" dirty="0"/>
              <a:t>Third level</a:t>
            </a:r>
          </a:p>
          <a:p>
            <a:pPr lvl="3"/>
            <a:endParaRPr lang="en-US" dirty="0"/>
          </a:p>
        </p:txBody>
      </p:sp>
      <p:sp>
        <p:nvSpPr>
          <p:cNvPr id="2" name="Content Placeholder 5">
            <a:extLst>
              <a:ext uri="{FF2B5EF4-FFF2-40B4-BE49-F238E27FC236}">
                <a16:creationId xmlns:a16="http://schemas.microsoft.com/office/drawing/2014/main" id="{3AC171DA-232D-44C1-6B93-40BACB298F4B}"/>
              </a:ext>
            </a:extLst>
          </p:cNvPr>
          <p:cNvSpPr>
            <a:spLocks noGrp="1"/>
          </p:cNvSpPr>
          <p:nvPr>
            <p:ph sz="quarter" idx="15" hasCustomPrompt="1"/>
          </p:nvPr>
        </p:nvSpPr>
        <p:spPr>
          <a:xfrm>
            <a:off x="594360" y="2810595"/>
            <a:ext cx="5198269" cy="3319513"/>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4864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554606805"/>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Content and Picture">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75310" y="278129"/>
            <a:ext cx="5063490" cy="2354026"/>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3" name="Content Placeholder 5">
            <a:extLst>
              <a:ext uri="{FF2B5EF4-FFF2-40B4-BE49-F238E27FC236}">
                <a16:creationId xmlns:a16="http://schemas.microsoft.com/office/drawing/2014/main" id="{1EF4505D-6803-3813-7738-049963427819}"/>
              </a:ext>
            </a:extLst>
          </p:cNvPr>
          <p:cNvSpPr>
            <a:spLocks noGrp="1"/>
          </p:cNvSpPr>
          <p:nvPr>
            <p:ph sz="quarter" idx="16" hasCustomPrompt="1"/>
          </p:nvPr>
        </p:nvSpPr>
        <p:spPr>
          <a:xfrm>
            <a:off x="594360" y="3279579"/>
            <a:ext cx="5044440" cy="2994415"/>
          </a:xfrm>
        </p:spPr>
        <p:txBody>
          <a:bodyPr lIns="0" tIns="228600" rIns="0" bIns="0">
            <a:normAutofit/>
          </a:bodyPr>
          <a:lstStyle>
            <a:lvl1pPr marL="0" indent="0">
              <a:spcBef>
                <a:spcPts val="1800"/>
              </a:spcBef>
              <a:buFont typeface="Arial" panose="020B0604020202020204" pitchFamily="34" charset="0"/>
              <a:buNone/>
              <a:defRPr sz="2000"/>
            </a:lvl1pPr>
            <a:lvl2pPr indent="-283464">
              <a:spcBef>
                <a:spcPts val="18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997459"/>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12" name="Picture Placeholder 11">
            <a:extLst>
              <a:ext uri="{FF2B5EF4-FFF2-40B4-BE49-F238E27FC236}">
                <a16:creationId xmlns:a16="http://schemas.microsoft.com/office/drawing/2014/main" id="{4658637A-5D36-6127-19BC-C203E23FA49F}"/>
              </a:ext>
            </a:extLst>
          </p:cNvPr>
          <p:cNvSpPr>
            <a:spLocks noGrp="1"/>
          </p:cNvSpPr>
          <p:nvPr>
            <p:ph type="pic" sz="quarter" idx="15"/>
          </p:nvPr>
        </p:nvSpPr>
        <p:spPr>
          <a:xfrm>
            <a:off x="6096000" y="0"/>
            <a:ext cx="6118225" cy="6858000"/>
          </a:xfrm>
        </p:spPr>
        <p:txBody>
          <a:bodyPr>
            <a:normAutofit/>
          </a:bodyPr>
          <a:lstStyle>
            <a:lvl1pPr marL="0" indent="0" algn="ctr">
              <a:buNone/>
              <a:defRPr sz="2000">
                <a:solidFill>
                  <a:schemeClr val="bg1"/>
                </a:solidFill>
              </a:defRPr>
            </a:lvl1pPr>
          </a:lstStyle>
          <a:p>
            <a:r>
              <a:rPr lang="en-US"/>
              <a:t>Click icon to add picture</a:t>
            </a:r>
            <a:endParaRPr lang="en-US" dirty="0"/>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1429319764"/>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p:bg>
      <p:bgPr>
        <a:solidFill>
          <a:schemeClr val="tx1"/>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F555767-B3D8-BD57-1D42-7F6E1E66892B}"/>
              </a:ext>
              <a:ext uri="{C183D7F6-B498-43B3-948B-1728B52AA6E4}">
                <adec:decorative xmlns:adec="http://schemas.microsoft.com/office/drawing/2017/decorative" val="1"/>
              </a:ext>
            </a:extLst>
          </p:cNvPr>
          <p:cNvGrpSpPr>
            <a:grpSpLocks/>
          </p:cNvGrpSpPr>
          <p:nvPr userDrawn="1"/>
        </p:nvGrpSpPr>
        <p:grpSpPr bwMode="auto">
          <a:xfrm rot="16200000" flipV="1">
            <a:off x="0" y="3900132"/>
            <a:ext cx="2959226" cy="2959226"/>
            <a:chOff x="0" y="12289"/>
            <a:chExt cx="3550" cy="3551"/>
          </a:xfrm>
        </p:grpSpPr>
        <p:sp>
          <p:nvSpPr>
            <p:cNvPr id="9" name="Freeform 13">
              <a:extLst>
                <a:ext uri="{FF2B5EF4-FFF2-40B4-BE49-F238E27FC236}">
                  <a16:creationId xmlns:a16="http://schemas.microsoft.com/office/drawing/2014/main" id="{BC972B6D-098C-52F6-E990-52623B368FB1}"/>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5" name="Freeform 14">
              <a:extLst>
                <a:ext uri="{FF2B5EF4-FFF2-40B4-BE49-F238E27FC236}">
                  <a16:creationId xmlns:a16="http://schemas.microsoft.com/office/drawing/2014/main" id="{3F0D3EE3-9A8C-531D-1EEE-1AFAB9F3BCAE}"/>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7" name="Freeform 15">
              <a:extLst>
                <a:ext uri="{FF2B5EF4-FFF2-40B4-BE49-F238E27FC236}">
                  <a16:creationId xmlns:a16="http://schemas.microsoft.com/office/drawing/2014/main" id="{A2BE192C-1768-890B-EC1B-5ED6E1F82590}"/>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3661409" y="4661717"/>
            <a:ext cx="7936230" cy="1380760"/>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3670935" y="631317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603885" y="584005"/>
            <a:ext cx="2825115" cy="3999060"/>
          </a:xfrm>
        </p:spPr>
        <p:txBody>
          <a:bodyPr lIns="0" tIns="274320">
            <a:normAutofit/>
          </a:bodyPr>
          <a:lstStyle>
            <a:lvl1pPr marL="0" indent="0">
              <a:spcBef>
                <a:spcPts val="1800"/>
              </a:spcBef>
              <a:buFont typeface="Arial" panose="020B0604020202020204" pitchFamily="34" charset="0"/>
              <a:buNone/>
              <a:defRPr sz="2000"/>
            </a:lvl1pPr>
            <a:lvl2pPr marL="457200" indent="0">
              <a:spcBef>
                <a:spcPts val="1800"/>
              </a:spcBef>
              <a:buNone/>
              <a:defRPr sz="2000"/>
            </a:lvl2pPr>
            <a:lvl3pPr marL="914400" indent="0">
              <a:spcBef>
                <a:spcPts val="1800"/>
              </a:spcBef>
              <a:buNone/>
              <a:defRPr sz="2000"/>
            </a:lvl3pPr>
            <a:lvl4pPr marL="1371600" indent="0">
              <a:spcBef>
                <a:spcPts val="1800"/>
              </a:spcBef>
              <a:buNone/>
              <a:defRPr sz="2000"/>
            </a:lvl4pPr>
            <a:lvl5pPr marL="1828800" indent="0">
              <a:spcBef>
                <a:spcPts val="1800"/>
              </a:spcBef>
              <a:buNone/>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a:extLst>
              <a:ext uri="{FF2B5EF4-FFF2-40B4-BE49-F238E27FC236}">
                <a16:creationId xmlns:a16="http://schemas.microsoft.com/office/drawing/2014/main" id="{5BCAAA28-C292-C527-AD35-90836B8BB978}"/>
              </a:ext>
            </a:extLst>
          </p:cNvPr>
          <p:cNvSpPr>
            <a:spLocks noGrp="1"/>
          </p:cNvSpPr>
          <p:nvPr>
            <p:ph sz="quarter" idx="13" hasCustomPrompt="1"/>
          </p:nvPr>
        </p:nvSpPr>
        <p:spPr>
          <a:xfrm>
            <a:off x="3670934" y="584005"/>
            <a:ext cx="7926705" cy="3999060"/>
          </a:xfrm>
        </p:spPr>
        <p:txBody>
          <a:bodyPr lIns="0">
            <a:normAutofit/>
          </a:bodyPr>
          <a:lstStyle>
            <a:lvl1pPr marL="0" indent="0">
              <a:spcBef>
                <a:spcPts val="1800"/>
              </a:spcBef>
              <a:buNone/>
              <a:defRPr sz="2000"/>
            </a:lvl1pPr>
            <a:lvl2pPr>
              <a:spcBef>
                <a:spcPts val="6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2244329111"/>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wo Content">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C97D5AF2-684A-4A8D-3D82-B57D7AC44677}"/>
              </a:ext>
              <a:ext uri="{C183D7F6-B498-43B3-948B-1728B52AA6E4}">
                <adec:decorative xmlns:adec="http://schemas.microsoft.com/office/drawing/2017/decorative" val="1"/>
              </a:ext>
            </a:extLst>
          </p:cNvPr>
          <p:cNvGrpSpPr>
            <a:grpSpLocks/>
          </p:cNvGrpSpPr>
          <p:nvPr userDrawn="1"/>
        </p:nvGrpSpPr>
        <p:grpSpPr bwMode="auto">
          <a:xfrm rot="10800000">
            <a:off x="8870040" y="0"/>
            <a:ext cx="3325208" cy="3325208"/>
            <a:chOff x="0" y="12289"/>
            <a:chExt cx="3550" cy="3551"/>
          </a:xfrm>
        </p:grpSpPr>
        <p:sp>
          <p:nvSpPr>
            <p:cNvPr id="12" name="Freeform 4">
              <a:extLst>
                <a:ext uri="{FF2B5EF4-FFF2-40B4-BE49-F238E27FC236}">
                  <a16:creationId xmlns:a16="http://schemas.microsoft.com/office/drawing/2014/main" id="{8CF5F650-F8F0-F4FE-44DA-1F14ADE428B2}"/>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5">
              <a:extLst>
                <a:ext uri="{FF2B5EF4-FFF2-40B4-BE49-F238E27FC236}">
                  <a16:creationId xmlns:a16="http://schemas.microsoft.com/office/drawing/2014/main" id="{18870924-E47D-404F-59B5-BD1C58F7B04C}"/>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7">
              <a:extLst>
                <a:ext uri="{FF2B5EF4-FFF2-40B4-BE49-F238E27FC236}">
                  <a16:creationId xmlns:a16="http://schemas.microsoft.com/office/drawing/2014/main" id="{80806A65-E4FC-2F52-65B3-CC181E620C29}"/>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198408"/>
            <a:ext cx="10972800" cy="1574317"/>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6" name="Content Placeholder 5">
            <a:extLst>
              <a:ext uri="{FF2B5EF4-FFF2-40B4-BE49-F238E27FC236}">
                <a16:creationId xmlns:a16="http://schemas.microsoft.com/office/drawing/2014/main" id="{5BCAAA28-C292-C527-AD35-90836B8BB978}"/>
              </a:ext>
            </a:extLst>
          </p:cNvPr>
          <p:cNvSpPr>
            <a:spLocks noGrp="1"/>
          </p:cNvSpPr>
          <p:nvPr>
            <p:ph sz="quarter" idx="13" hasCustomPrompt="1"/>
          </p:nvPr>
        </p:nvSpPr>
        <p:spPr>
          <a:xfrm>
            <a:off x="595523" y="2676525"/>
            <a:ext cx="5746750" cy="3597470"/>
          </a:xfrm>
        </p:spPr>
        <p:txBody>
          <a:bodyPr lIns="0">
            <a:normAutofit/>
          </a:bodyPr>
          <a:lstStyle>
            <a:lvl1pPr marL="0" indent="0">
              <a:spcBef>
                <a:spcPts val="1800"/>
              </a:spcBef>
              <a:buNone/>
              <a:defRPr sz="2000"/>
            </a:lvl1pPr>
            <a:lvl2pPr>
              <a:spcBef>
                <a:spcPts val="6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7620000" y="2676525"/>
            <a:ext cx="3947160" cy="3597470"/>
          </a:xfrm>
        </p:spPr>
        <p:txBody>
          <a:bodyPr lIns="0">
            <a:normAutofit/>
          </a:bodyPr>
          <a:lstStyle>
            <a:lvl1pPr marL="342900" indent="-342900">
              <a:spcBef>
                <a:spcPts val="1800"/>
              </a:spcBef>
              <a:buFont typeface="Arial" panose="020B0604020202020204" pitchFamily="34" charset="0"/>
              <a:buChar char="•"/>
              <a:defRPr sz="2000"/>
            </a:lvl1pPr>
            <a:lvl2pPr>
              <a:spcBef>
                <a:spcPts val="18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Tree>
    <p:extLst>
      <p:ext uri="{BB962C8B-B14F-4D97-AF65-F5344CB8AC3E}">
        <p14:creationId xmlns:p14="http://schemas.microsoft.com/office/powerpoint/2010/main" val="649744719"/>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2">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202400"/>
            <a:ext cx="10972800" cy="1570325"/>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9" name="Table Placeholder 2">
            <a:extLst>
              <a:ext uri="{FF2B5EF4-FFF2-40B4-BE49-F238E27FC236}">
                <a16:creationId xmlns:a16="http://schemas.microsoft.com/office/drawing/2014/main" id="{1506B022-475A-6647-98FF-D5C319A0C7C4}"/>
              </a:ext>
            </a:extLst>
          </p:cNvPr>
          <p:cNvSpPr>
            <a:spLocks noGrp="1"/>
          </p:cNvSpPr>
          <p:nvPr>
            <p:ph type="tbl" sz="quarter" idx="10"/>
          </p:nvPr>
        </p:nvSpPr>
        <p:spPr>
          <a:xfrm>
            <a:off x="594360" y="2628629"/>
            <a:ext cx="10972800" cy="3636740"/>
          </a:xfrm>
        </p:spPr>
        <p:txBody>
          <a:bodyPr>
            <a:noAutofit/>
          </a:bodyPr>
          <a:lstStyle>
            <a:lvl1pPr>
              <a:defRPr/>
            </a:lvl1pPr>
          </a:lstStyle>
          <a:p>
            <a:r>
              <a:rPr lang="en-US"/>
              <a:t>Click icon to add table</a:t>
            </a:r>
            <a:endParaRPr lang="en-US" dirty="0"/>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0410957"/>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594360"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flipH="1" flipV="1">
            <a:off x="6092752" y="0"/>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594360" y="454955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cxnSp>
        <p:nvCxnSpPr>
          <p:cNvPr id="4" name="Straight Connector 3">
            <a:extLst>
              <a:ext uri="{FF2B5EF4-FFF2-40B4-BE49-F238E27FC236}">
                <a16:creationId xmlns:a16="http://schemas.microsoft.com/office/drawing/2014/main" id="{58B149C6-5AAC-B8E5-5411-EA38821F6754}"/>
              </a:ext>
              <a:ext uri="{C183D7F6-B498-43B3-948B-1728B52AA6E4}">
                <adec:decorative xmlns:adec="http://schemas.microsoft.com/office/drawing/2017/decorative" val="1"/>
              </a:ext>
            </a:extLst>
          </p:cNvPr>
          <p:cNvCxnSpPr>
            <a:cxnSpLocks/>
          </p:cNvCxnSpPr>
          <p:nvPr userDrawn="1"/>
        </p:nvCxnSpPr>
        <p:spPr>
          <a:xfrm>
            <a:off x="594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69273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EED84C6-50E6-6C43-8031-AFF6268E0C06}"/>
              </a:ext>
            </a:extLst>
          </p:cNvPr>
          <p:cNvSpPr>
            <a:spLocks noGrp="1"/>
          </p:cNvSpPr>
          <p:nvPr>
            <p:ph type="body" idx="1"/>
          </p:nvPr>
        </p:nvSpPr>
        <p:spPr>
          <a:xfrm>
            <a:off x="594360" y="1825625"/>
            <a:ext cx="1038225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itle Placeholder 11">
            <a:extLst>
              <a:ext uri="{FF2B5EF4-FFF2-40B4-BE49-F238E27FC236}">
                <a16:creationId xmlns:a16="http://schemas.microsoft.com/office/drawing/2014/main" id="{D41FC0AE-253D-D242-9C88-017078F8A23A}"/>
              </a:ext>
            </a:extLst>
          </p:cNvPr>
          <p:cNvSpPr>
            <a:spLocks noGrp="1"/>
          </p:cNvSpPr>
          <p:nvPr>
            <p:ph type="title"/>
          </p:nvPr>
        </p:nvSpPr>
        <p:spPr>
          <a:xfrm>
            <a:off x="594360" y="365125"/>
            <a:ext cx="104013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0" name="Date Placeholder 3">
            <a:extLst>
              <a:ext uri="{FF2B5EF4-FFF2-40B4-BE49-F238E27FC236}">
                <a16:creationId xmlns:a16="http://schemas.microsoft.com/office/drawing/2014/main" id="{EF47083A-6D76-4B4D-87CA-E08E212F781D}"/>
              </a:ext>
            </a:extLst>
          </p:cNvPr>
          <p:cNvSpPr>
            <a:spLocks noGrp="1"/>
          </p:cNvSpPr>
          <p:nvPr>
            <p:ph type="dt" sz="half" idx="2"/>
          </p:nvPr>
        </p:nvSpPr>
        <p:spPr>
          <a:xfrm>
            <a:off x="1133648" y="6332220"/>
            <a:ext cx="1313180" cy="247651"/>
          </a:xfrm>
          <a:prstGeom prst="rect">
            <a:avLst/>
          </a:prstGeom>
        </p:spPr>
        <p:txBody>
          <a:bodyPr vert="horz" lIns="0" tIns="0" rIns="0" bIns="0" rtlCol="0" anchor="t" anchorCtr="0"/>
          <a:lstStyle>
            <a:lvl1pPr algn="l">
              <a:defRPr sz="1100" b="0" i="0">
                <a:solidFill>
                  <a:schemeClr val="bg1"/>
                </a:solidFill>
                <a:latin typeface="+mn-lt"/>
              </a:defRPr>
            </a:lvl1pPr>
          </a:lstStyle>
          <a:p>
            <a:endParaRPr lang="en-US" dirty="0">
              <a:latin typeface="+mn-lt"/>
            </a:endParaRPr>
          </a:p>
        </p:txBody>
      </p:sp>
      <p:sp>
        <p:nvSpPr>
          <p:cNvPr id="32" name="Slide Number Placeholder 5">
            <a:extLst>
              <a:ext uri="{FF2B5EF4-FFF2-40B4-BE49-F238E27FC236}">
                <a16:creationId xmlns:a16="http://schemas.microsoft.com/office/drawing/2014/main" id="{C8ADA0DF-3751-9A48-8A21-59F01C782D7C}"/>
              </a:ext>
            </a:extLst>
          </p:cNvPr>
          <p:cNvSpPr>
            <a:spLocks noGrp="1"/>
          </p:cNvSpPr>
          <p:nvPr>
            <p:ph type="sldNum" sz="quarter" idx="4"/>
          </p:nvPr>
        </p:nvSpPr>
        <p:spPr>
          <a:xfrm>
            <a:off x="594360" y="6332220"/>
            <a:ext cx="523240" cy="247651"/>
          </a:xfrm>
          <a:prstGeom prst="rect">
            <a:avLst/>
          </a:prstGeom>
        </p:spPr>
        <p:txBody>
          <a:bodyPr vert="horz" lIns="0" tIns="0" rIns="0" bIns="0" rtlCol="0" anchor="t" anchorCtr="0"/>
          <a:lstStyle>
            <a:lvl1pPr algn="l">
              <a:defRPr sz="1100" b="1" i="0">
                <a:solidFill>
                  <a:schemeClr val="bg1"/>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515892240"/>
      </p:ext>
    </p:extLst>
  </p:cSld>
  <p:clrMap bg1="dk1" tx1="lt1" bg2="dk2" tx2="lt2" accent1="accent1" accent2="accent2" accent3="accent3" accent4="accent4" accent5="accent5" accent6="accent6" hlink="hlink" folHlink="folHlink"/>
  <p:sldLayoutIdLst>
    <p:sldLayoutId id="2147483711" r:id="rId1"/>
    <p:sldLayoutId id="2147483698" r:id="rId2"/>
    <p:sldLayoutId id="2147483710" r:id="rId3"/>
    <p:sldLayoutId id="2147483700" r:id="rId4"/>
    <p:sldLayoutId id="2147483701" r:id="rId5"/>
    <p:sldLayoutId id="2147483659" r:id="rId6"/>
    <p:sldLayoutId id="2147483709" r:id="rId7"/>
    <p:sldLayoutId id="2147483708" r:id="rId8"/>
    <p:sldLayoutId id="2147483707" r:id="rId9"/>
    <p:sldLayoutId id="2147483706" r:id="rId10"/>
    <p:sldLayoutId id="2147483705" r:id="rId11"/>
    <p:sldLayoutId id="2147483704" r:id="rId12"/>
    <p:sldLayoutId id="2147483703" r:id="rId13"/>
  </p:sldLayoutIdLst>
  <p:hf sldNum="0" hdr="0" ftr="0" dt="0"/>
  <p:txStyles>
    <p:titleStyle>
      <a:lvl1pPr algn="l" defTabSz="914400" rtl="0" eaLnBrk="1" latinLnBrk="0" hangingPunct="1">
        <a:lnSpc>
          <a:spcPct val="80000"/>
        </a:lnSpc>
        <a:spcBef>
          <a:spcPct val="0"/>
        </a:spcBef>
        <a:buNone/>
        <a:defRPr sz="4400" b="1" i="0" kern="1200" spc="100" baseline="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28600" indent="-283464" algn="l" defTabSz="914400" rtl="0" eaLnBrk="1" latinLnBrk="0" hangingPunct="1">
        <a:lnSpc>
          <a:spcPct val="90000"/>
        </a:lnSpc>
        <a:spcBef>
          <a:spcPts val="1000"/>
        </a:spcBef>
        <a:buFont typeface="Arial" panose="020B0604020202020204" pitchFamily="34" charset="0"/>
        <a:buChar char="•"/>
        <a:defRPr sz="2800" b="0" i="0" kern="1200">
          <a:solidFill>
            <a:schemeClr val="bg1"/>
          </a:solidFill>
          <a:latin typeface="+mn-lt"/>
          <a:ea typeface="+mn-ea"/>
          <a:cs typeface="+mn-cs"/>
        </a:defRPr>
      </a:lvl1pPr>
      <a:lvl2pPr marL="685800" indent="-283464"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600" userDrawn="1">
          <p15:clr>
            <a:srgbClr val="547EBF"/>
          </p15:clr>
        </p15:guide>
        <p15:guide id="8" pos="3720">
          <p15:clr>
            <a:srgbClr val="547EBF"/>
          </p15:clr>
        </p15:guide>
        <p15:guide id="9" pos="2112">
          <p15:clr>
            <a:srgbClr val="547EBF"/>
          </p15:clr>
        </p15:guide>
        <p15:guide id="10" pos="1848">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guide id="17" pos="39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1D9D6-2977-ABCD-FDF8-51AFA5064E54}"/>
              </a:ext>
            </a:extLst>
          </p:cNvPr>
          <p:cNvSpPr>
            <a:spLocks noGrp="1"/>
          </p:cNvSpPr>
          <p:nvPr>
            <p:ph type="ctrTitle"/>
          </p:nvPr>
        </p:nvSpPr>
        <p:spPr>
          <a:xfrm>
            <a:off x="6309904" y="411479"/>
            <a:ext cx="5486400" cy="3291840"/>
          </a:xfrm>
        </p:spPr>
        <p:txBody>
          <a:bodyPr anchor="b">
            <a:normAutofit/>
          </a:bodyPr>
          <a:lstStyle/>
          <a:p>
            <a:r>
              <a:rPr lang="en-US" sz="4000" dirty="0"/>
              <a:t>Data Cleaning and Data Visualization</a:t>
            </a:r>
            <a:endParaRPr lang="en-US" sz="4000" b="0" dirty="0"/>
          </a:p>
        </p:txBody>
      </p:sp>
      <p:sp>
        <p:nvSpPr>
          <p:cNvPr id="7" name="Text Placeholder 2">
            <a:extLst>
              <a:ext uri="{FF2B5EF4-FFF2-40B4-BE49-F238E27FC236}">
                <a16:creationId xmlns:a16="http://schemas.microsoft.com/office/drawing/2014/main" id="{0C63C37E-3294-A27E-583E-46D92BBC8785}"/>
              </a:ext>
            </a:extLst>
          </p:cNvPr>
          <p:cNvSpPr>
            <a:spLocks noGrp="1"/>
          </p:cNvSpPr>
          <p:nvPr>
            <p:ph type="body" sz="quarter" idx="11"/>
          </p:nvPr>
        </p:nvSpPr>
        <p:spPr>
          <a:xfrm>
            <a:off x="6309905" y="4549552"/>
            <a:ext cx="4533499" cy="1645920"/>
          </a:xfrm>
        </p:spPr>
        <p:txBody>
          <a:bodyPr/>
          <a:lstStyle/>
          <a:p>
            <a:r>
              <a:rPr lang="en-US" dirty="0">
                <a:solidFill>
                  <a:schemeClr val="bg1"/>
                </a:solidFill>
                <a:latin typeface="+mj-lt"/>
              </a:rPr>
              <a:t>With Correlation Heatmap using Pearson Algorithm</a:t>
            </a:r>
          </a:p>
          <a:p>
            <a:endParaRPr lang="en-US" dirty="0"/>
          </a:p>
          <a:p>
            <a:r>
              <a:rPr lang="en-US" dirty="0"/>
              <a:t>By: Roxanne Prajapati</a:t>
            </a:r>
          </a:p>
        </p:txBody>
      </p:sp>
    </p:spTree>
    <p:extLst>
      <p:ext uri="{BB962C8B-B14F-4D97-AF65-F5344CB8AC3E}">
        <p14:creationId xmlns:p14="http://schemas.microsoft.com/office/powerpoint/2010/main" val="3390304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0BF65-C84B-45C3-72CA-AFDA68851174}"/>
              </a:ext>
            </a:extLst>
          </p:cNvPr>
          <p:cNvSpPr>
            <a:spLocks noGrp="1"/>
          </p:cNvSpPr>
          <p:nvPr>
            <p:ph type="title"/>
          </p:nvPr>
        </p:nvSpPr>
        <p:spPr>
          <a:xfrm>
            <a:off x="594360" y="189572"/>
            <a:ext cx="6787747" cy="1593507"/>
          </a:xfrm>
        </p:spPr>
        <p:txBody>
          <a:bodyPr/>
          <a:lstStyle/>
          <a:p>
            <a:r>
              <a:rPr lang="en-US" dirty="0"/>
              <a:t>Overview</a:t>
            </a:r>
          </a:p>
        </p:txBody>
      </p:sp>
      <p:sp>
        <p:nvSpPr>
          <p:cNvPr id="3" name="Text Placeholder 2">
            <a:extLst>
              <a:ext uri="{FF2B5EF4-FFF2-40B4-BE49-F238E27FC236}">
                <a16:creationId xmlns:a16="http://schemas.microsoft.com/office/drawing/2014/main" id="{3B8EBC2C-6DD7-5003-38EB-40753046FE8C}"/>
              </a:ext>
            </a:extLst>
          </p:cNvPr>
          <p:cNvSpPr>
            <a:spLocks noGrp="1"/>
          </p:cNvSpPr>
          <p:nvPr>
            <p:ph sz="quarter" idx="13"/>
          </p:nvPr>
        </p:nvSpPr>
        <p:spPr>
          <a:xfrm>
            <a:off x="593724" y="2281238"/>
            <a:ext cx="7722139" cy="3709987"/>
          </a:xfrm>
        </p:spPr>
        <p:txBody>
          <a:bodyPr tIns="457200">
            <a:normAutofit/>
          </a:bodyPr>
          <a:lstStyle/>
          <a:p>
            <a:pPr marL="0" indent="0">
              <a:buNone/>
            </a:pPr>
            <a:r>
              <a:rPr lang="en-US" sz="2800" dirty="0">
                <a:latin typeface="+mj-lt"/>
              </a:rPr>
              <a:t>GOAL : </a:t>
            </a:r>
            <a:r>
              <a:rPr lang="en-US" sz="2800" dirty="0"/>
              <a:t>Clean and analyze a messy dataset</a:t>
            </a:r>
          </a:p>
          <a:p>
            <a:pPr marL="0" indent="0">
              <a:buNone/>
            </a:pPr>
            <a:r>
              <a:rPr lang="en-US" sz="2800" dirty="0">
                <a:latin typeface="+mj-lt"/>
              </a:rPr>
              <a:t>FOCUS: </a:t>
            </a:r>
            <a:r>
              <a:rPr lang="en-US" sz="2800" dirty="0"/>
              <a:t>Relationship between Age, Salary, and Tenure</a:t>
            </a:r>
          </a:p>
          <a:p>
            <a:pPr marL="0" indent="0">
              <a:buNone/>
            </a:pPr>
            <a:r>
              <a:rPr lang="en-US" sz="2800" dirty="0">
                <a:latin typeface="+mj-lt"/>
              </a:rPr>
              <a:t>METHODS: </a:t>
            </a:r>
            <a:r>
              <a:rPr lang="en-US" sz="2800" dirty="0"/>
              <a:t>Data cleaning, visualization, correlation, outlier detection</a:t>
            </a:r>
            <a:endParaRPr lang="en-US" sz="2800" dirty="0">
              <a:latin typeface="+mj-lt"/>
            </a:endParaRPr>
          </a:p>
        </p:txBody>
      </p:sp>
    </p:spTree>
    <p:extLst>
      <p:ext uri="{BB962C8B-B14F-4D97-AF65-F5344CB8AC3E}">
        <p14:creationId xmlns:p14="http://schemas.microsoft.com/office/powerpoint/2010/main" val="33466857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45D3755-C3E2-975E-DE68-CDECC4B526EC}"/>
              </a:ext>
            </a:extLst>
          </p:cNvPr>
          <p:cNvSpPr>
            <a:spLocks noGrp="1"/>
          </p:cNvSpPr>
          <p:nvPr>
            <p:ph type="title"/>
          </p:nvPr>
        </p:nvSpPr>
        <p:spPr>
          <a:xfrm>
            <a:off x="594360" y="577970"/>
            <a:ext cx="10873740" cy="1205110"/>
          </a:xfrm>
        </p:spPr>
        <p:txBody>
          <a:bodyPr/>
          <a:lstStyle/>
          <a:p>
            <a:r>
              <a:rPr lang="en-US" dirty="0"/>
              <a:t>Dataset Overview</a:t>
            </a:r>
          </a:p>
        </p:txBody>
      </p:sp>
      <p:grpSp>
        <p:nvGrpSpPr>
          <p:cNvPr id="19" name="Group 18">
            <a:extLst>
              <a:ext uri="{FF2B5EF4-FFF2-40B4-BE49-F238E27FC236}">
                <a16:creationId xmlns:a16="http://schemas.microsoft.com/office/drawing/2014/main" id="{C78CEA4F-D72A-C069-6A51-328B103CA0CA}"/>
              </a:ext>
              <a:ext uri="{C183D7F6-B498-43B3-948B-1728B52AA6E4}">
                <adec:decorative xmlns:adec="http://schemas.microsoft.com/office/drawing/2017/decorative" val="1"/>
              </a:ext>
            </a:extLst>
          </p:cNvPr>
          <p:cNvGrpSpPr>
            <a:grpSpLocks/>
          </p:cNvGrpSpPr>
          <p:nvPr/>
        </p:nvGrpSpPr>
        <p:grpSpPr bwMode="auto">
          <a:xfrm rot="16200000" flipV="1">
            <a:off x="0" y="3900132"/>
            <a:ext cx="2959226" cy="2959226"/>
            <a:chOff x="0" y="12289"/>
            <a:chExt cx="3550" cy="3551"/>
          </a:xfrm>
        </p:grpSpPr>
        <p:sp>
          <p:nvSpPr>
            <p:cNvPr id="20" name="Freeform 19">
              <a:extLst>
                <a:ext uri="{FF2B5EF4-FFF2-40B4-BE49-F238E27FC236}">
                  <a16:creationId xmlns:a16="http://schemas.microsoft.com/office/drawing/2014/main" id="{7E473402-19FD-A5B0-5CB6-E5F3926D3828}"/>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21" name="Freeform 20">
              <a:extLst>
                <a:ext uri="{FF2B5EF4-FFF2-40B4-BE49-F238E27FC236}">
                  <a16:creationId xmlns:a16="http://schemas.microsoft.com/office/drawing/2014/main" id="{879D1CAD-2EA2-9376-7B64-0C3AC590F651}"/>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22" name="Freeform 21">
              <a:extLst>
                <a:ext uri="{FF2B5EF4-FFF2-40B4-BE49-F238E27FC236}">
                  <a16:creationId xmlns:a16="http://schemas.microsoft.com/office/drawing/2014/main" id="{B16F8906-918C-BE0B-A4AB-6A1D48150AC7}"/>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6" name="TextBox 5">
            <a:extLst>
              <a:ext uri="{FF2B5EF4-FFF2-40B4-BE49-F238E27FC236}">
                <a16:creationId xmlns:a16="http://schemas.microsoft.com/office/drawing/2014/main" id="{C8CE37D1-C935-2737-4E60-BBC2A93EBC12}"/>
              </a:ext>
            </a:extLst>
          </p:cNvPr>
          <p:cNvSpPr txBox="1"/>
          <p:nvPr/>
        </p:nvSpPr>
        <p:spPr>
          <a:xfrm>
            <a:off x="2969666" y="2075755"/>
            <a:ext cx="7539487" cy="5047536"/>
          </a:xfrm>
          <a:prstGeom prst="rect">
            <a:avLst/>
          </a:prstGeom>
          <a:noFill/>
        </p:spPr>
        <p:txBody>
          <a:bodyPr wrap="square" rtlCol="0">
            <a:spAutoFit/>
          </a:bodyPr>
          <a:lstStyle/>
          <a:p>
            <a:pPr lvl="0" eaLnBrk="0" fontAlgn="base" hangingPunct="0">
              <a:spcBef>
                <a:spcPct val="0"/>
              </a:spcBef>
              <a:spcAft>
                <a:spcPct val="0"/>
              </a:spcAft>
            </a:pPr>
            <a:r>
              <a:rPr lang="en-US" altLang="en-US" sz="2000" dirty="0">
                <a:solidFill>
                  <a:schemeClr val="bg1"/>
                </a:solidFill>
                <a:latin typeface="+mj-lt"/>
                <a:cs typeface="Arial" panose="020B0604020202020204" pitchFamily="34" charset="0"/>
              </a:rPr>
              <a:t>Number records before cleaning: </a:t>
            </a:r>
            <a:r>
              <a:rPr lang="en-US" altLang="en-US" sz="2000" b="1" dirty="0">
                <a:solidFill>
                  <a:schemeClr val="bg1"/>
                </a:solidFill>
                <a:latin typeface="+mj-lt"/>
                <a:cs typeface="Arial" panose="020B0604020202020204" pitchFamily="34" charset="0"/>
              </a:rPr>
              <a:t>10</a:t>
            </a:r>
            <a:endParaRPr lang="en-US" altLang="en-US" sz="2000" b="1" dirty="0">
              <a:solidFill>
                <a:schemeClr val="bg1"/>
              </a:solidFill>
              <a:cs typeface="Arial" panose="020B0604020202020204" pitchFamily="34" charset="0"/>
            </a:endParaRPr>
          </a:p>
          <a:p>
            <a:pPr eaLnBrk="0" fontAlgn="base" hangingPunct="0">
              <a:spcBef>
                <a:spcPct val="0"/>
              </a:spcBef>
              <a:spcAft>
                <a:spcPct val="0"/>
              </a:spcAft>
            </a:pPr>
            <a:r>
              <a:rPr lang="en-US" altLang="en-US" sz="2000" dirty="0">
                <a:solidFill>
                  <a:schemeClr val="bg1"/>
                </a:solidFill>
                <a:latin typeface="+mj-lt"/>
                <a:cs typeface="Arial" panose="020B0604020202020204" pitchFamily="34" charset="0"/>
              </a:rPr>
              <a:t>Number of records after cleaning: 9</a:t>
            </a:r>
            <a:endParaRPr lang="en-US" altLang="en-US" sz="2000" dirty="0">
              <a:solidFill>
                <a:schemeClr val="bg1"/>
              </a:solidFill>
              <a:cs typeface="Arial" panose="020B0604020202020204" pitchFamily="34" charset="0"/>
            </a:endParaRPr>
          </a:p>
          <a:p>
            <a:pPr lvl="0" eaLnBrk="0" fontAlgn="base" hangingPunct="0">
              <a:spcBef>
                <a:spcPct val="0"/>
              </a:spcBef>
              <a:spcAft>
                <a:spcPct val="0"/>
              </a:spcAft>
            </a:pPr>
            <a:endParaRPr lang="en-US" altLang="en-US" sz="2000" dirty="0">
              <a:solidFill>
                <a:schemeClr val="bg1"/>
              </a:solidFill>
              <a:cs typeface="Arial" panose="020B0604020202020204" pitchFamily="34" charset="0"/>
            </a:endParaRPr>
          </a:p>
          <a:p>
            <a:pPr lvl="0" eaLnBrk="0" fontAlgn="base" hangingPunct="0">
              <a:spcBef>
                <a:spcPct val="0"/>
              </a:spcBef>
              <a:spcAft>
                <a:spcPct val="0"/>
              </a:spcAft>
            </a:pPr>
            <a:r>
              <a:rPr lang="en-US" altLang="en-US" sz="2000" dirty="0">
                <a:solidFill>
                  <a:schemeClr val="bg1"/>
                </a:solidFill>
                <a:latin typeface="+mj-lt"/>
                <a:cs typeface="Arial" panose="020B0604020202020204" pitchFamily="34" charset="0"/>
              </a:rPr>
              <a:t>New columns: </a:t>
            </a:r>
          </a:p>
          <a:p>
            <a:pPr marL="914400" lvl="1" indent="-457200" eaLnBrk="0" fontAlgn="base" hangingPunct="0">
              <a:spcBef>
                <a:spcPct val="0"/>
              </a:spcBef>
              <a:spcAft>
                <a:spcPct val="0"/>
              </a:spcAft>
              <a:buFont typeface="Wingdings" panose="05000000000000000000" pitchFamily="2" charset="2"/>
              <a:buChar char="Ø"/>
            </a:pPr>
            <a:r>
              <a:rPr lang="en-US" altLang="en-US" sz="2000" dirty="0" err="1">
                <a:solidFill>
                  <a:schemeClr val="bg1"/>
                </a:solidFill>
                <a:cs typeface="Arial" panose="020B0604020202020204" pitchFamily="34" charset="0"/>
              </a:rPr>
              <a:t>Salary_NZD</a:t>
            </a:r>
            <a:endParaRPr lang="en-US" altLang="en-US" sz="2000" dirty="0">
              <a:solidFill>
                <a:schemeClr val="bg1"/>
              </a:solidFill>
              <a:cs typeface="Arial" panose="020B0604020202020204" pitchFamily="34" charset="0"/>
            </a:endParaRPr>
          </a:p>
          <a:p>
            <a:pPr marL="914400" lvl="1" indent="-457200" eaLnBrk="0" fontAlgn="base" hangingPunct="0">
              <a:spcBef>
                <a:spcPct val="0"/>
              </a:spcBef>
              <a:spcAft>
                <a:spcPct val="0"/>
              </a:spcAft>
              <a:buFont typeface="Wingdings" panose="05000000000000000000" pitchFamily="2" charset="2"/>
              <a:buChar char="Ø"/>
            </a:pPr>
            <a:r>
              <a:rPr lang="en-US" altLang="en-US" sz="2000" dirty="0" err="1">
                <a:solidFill>
                  <a:schemeClr val="bg1"/>
                </a:solidFill>
                <a:cs typeface="Arial" panose="020B0604020202020204" pitchFamily="34" charset="0"/>
              </a:rPr>
              <a:t>Tenure_Years</a:t>
            </a:r>
            <a:r>
              <a:rPr lang="en-US" altLang="en-US" sz="2000" dirty="0">
                <a:solidFill>
                  <a:schemeClr val="bg1"/>
                </a:solidFill>
                <a:cs typeface="Arial" panose="020B0604020202020204" pitchFamily="34" charset="0"/>
              </a:rPr>
              <a:t> (derived from join date)</a:t>
            </a:r>
          </a:p>
          <a:p>
            <a:pPr marL="914400" lvl="1" indent="-457200" eaLnBrk="0" fontAlgn="base" hangingPunct="0">
              <a:spcBef>
                <a:spcPct val="0"/>
              </a:spcBef>
              <a:spcAft>
                <a:spcPct val="0"/>
              </a:spcAft>
              <a:buFont typeface="Wingdings" panose="05000000000000000000" pitchFamily="2" charset="2"/>
              <a:buChar char="Ø"/>
            </a:pPr>
            <a:r>
              <a:rPr lang="en-US" altLang="en-US" sz="2000" dirty="0" err="1">
                <a:solidFill>
                  <a:schemeClr val="bg1"/>
                </a:solidFill>
                <a:cs typeface="Arial" panose="020B0604020202020204" pitchFamily="34" charset="0"/>
              </a:rPr>
              <a:t>Age_Outlier</a:t>
            </a:r>
            <a:r>
              <a:rPr lang="en-US" altLang="en-US" sz="2000" dirty="0">
                <a:solidFill>
                  <a:schemeClr val="bg1"/>
                </a:solidFill>
                <a:cs typeface="Arial" panose="020B0604020202020204" pitchFamily="34" charset="0"/>
              </a:rPr>
              <a:t> (True/False)</a:t>
            </a:r>
          </a:p>
          <a:p>
            <a:pPr marL="914400" lvl="1" indent="-457200" eaLnBrk="0" fontAlgn="base" hangingPunct="0">
              <a:spcBef>
                <a:spcPct val="0"/>
              </a:spcBef>
              <a:spcAft>
                <a:spcPct val="0"/>
              </a:spcAft>
              <a:buFont typeface="Wingdings" panose="05000000000000000000" pitchFamily="2" charset="2"/>
              <a:buChar char="Ø"/>
            </a:pPr>
            <a:r>
              <a:rPr lang="en-US" altLang="en-US" sz="2000" dirty="0" err="1">
                <a:solidFill>
                  <a:schemeClr val="bg1"/>
                </a:solidFill>
                <a:cs typeface="Arial" panose="020B0604020202020204" pitchFamily="34" charset="0"/>
              </a:rPr>
              <a:t>Salary_NZD_Outliers</a:t>
            </a:r>
            <a:r>
              <a:rPr lang="en-US" altLang="en-US" sz="2000" dirty="0">
                <a:solidFill>
                  <a:schemeClr val="bg1"/>
                </a:solidFill>
                <a:cs typeface="Arial" panose="020B0604020202020204" pitchFamily="34" charset="0"/>
              </a:rPr>
              <a:t> (True or False)</a:t>
            </a:r>
            <a:br>
              <a:rPr lang="en-US" altLang="en-US" sz="2000" dirty="0">
                <a:solidFill>
                  <a:schemeClr val="bg1"/>
                </a:solidFill>
                <a:cs typeface="Arial" panose="020B0604020202020204" pitchFamily="34" charset="0"/>
              </a:rPr>
            </a:br>
            <a:r>
              <a:rPr lang="en-US" altLang="en-US" sz="2000" dirty="0">
                <a:solidFill>
                  <a:schemeClr val="bg1"/>
                </a:solidFill>
                <a:cs typeface="Arial" panose="020B0604020202020204" pitchFamily="34" charset="0"/>
              </a:rPr>
              <a:t> </a:t>
            </a:r>
          </a:p>
          <a:p>
            <a:pPr eaLnBrk="0" fontAlgn="base" hangingPunct="0">
              <a:spcBef>
                <a:spcPct val="0"/>
              </a:spcBef>
              <a:spcAft>
                <a:spcPct val="0"/>
              </a:spcAft>
            </a:pPr>
            <a:r>
              <a:rPr lang="en-US" altLang="en-US" sz="2000" dirty="0">
                <a:solidFill>
                  <a:schemeClr val="bg1"/>
                </a:solidFill>
                <a:latin typeface="+mj-lt"/>
                <a:cs typeface="Arial" panose="020B0604020202020204" pitchFamily="34" charset="0"/>
              </a:rPr>
              <a:t>Issues Found:</a:t>
            </a:r>
            <a:endParaRPr lang="en-US" altLang="en-US" sz="2000" dirty="0">
              <a:solidFill>
                <a:schemeClr val="bg1"/>
              </a:solidFill>
              <a:cs typeface="Arial" panose="020B0604020202020204" pitchFamily="34" charset="0"/>
            </a:endParaRPr>
          </a:p>
          <a:p>
            <a:pPr marL="800100" lvl="1" indent="-342900" eaLnBrk="0" fontAlgn="base" hangingPunct="0">
              <a:spcBef>
                <a:spcPct val="0"/>
              </a:spcBef>
              <a:spcAft>
                <a:spcPct val="0"/>
              </a:spcAft>
              <a:buFont typeface="Wingdings" panose="05000000000000000000" pitchFamily="2" charset="2"/>
              <a:buChar char="Ø"/>
            </a:pPr>
            <a:r>
              <a:rPr lang="en-US" altLang="en-US" sz="2000" dirty="0">
                <a:solidFill>
                  <a:schemeClr val="bg1"/>
                </a:solidFill>
                <a:cs typeface="Arial" panose="020B0604020202020204" pitchFamily="34" charset="0"/>
              </a:rPr>
              <a:t>Missing Values</a:t>
            </a:r>
          </a:p>
          <a:p>
            <a:pPr marL="800100" lvl="1" indent="-342900" eaLnBrk="0" fontAlgn="base" hangingPunct="0">
              <a:spcBef>
                <a:spcPct val="0"/>
              </a:spcBef>
              <a:spcAft>
                <a:spcPct val="0"/>
              </a:spcAft>
              <a:buFont typeface="Wingdings" panose="05000000000000000000" pitchFamily="2" charset="2"/>
              <a:buChar char="Ø"/>
            </a:pPr>
            <a:r>
              <a:rPr lang="en-US" sz="2000" dirty="0">
                <a:solidFill>
                  <a:schemeClr val="bg1"/>
                </a:solidFill>
              </a:rPr>
              <a:t>Text instead of numbers (e.g., “thirty-eight”)</a:t>
            </a:r>
          </a:p>
          <a:p>
            <a:pPr marL="800100" lvl="1" indent="-342900" eaLnBrk="0" fontAlgn="base" hangingPunct="0">
              <a:spcBef>
                <a:spcPct val="0"/>
              </a:spcBef>
              <a:spcAft>
                <a:spcPct val="0"/>
              </a:spcAft>
              <a:buFont typeface="Wingdings" panose="05000000000000000000" pitchFamily="2" charset="2"/>
              <a:buChar char="Ø"/>
            </a:pPr>
            <a:r>
              <a:rPr lang="en-CA" sz="2000" dirty="0">
                <a:solidFill>
                  <a:schemeClr val="bg1"/>
                </a:solidFill>
              </a:rPr>
              <a:t>Duplicate records</a:t>
            </a:r>
          </a:p>
          <a:p>
            <a:pPr marL="800100" lvl="1" indent="-342900" eaLnBrk="0" fontAlgn="base" hangingPunct="0">
              <a:spcBef>
                <a:spcPct val="0"/>
              </a:spcBef>
              <a:spcAft>
                <a:spcPct val="0"/>
              </a:spcAft>
              <a:buFont typeface="Wingdings" panose="05000000000000000000" pitchFamily="2" charset="2"/>
              <a:buChar char="Ø"/>
            </a:pPr>
            <a:r>
              <a:rPr lang="en-CA" sz="2000" dirty="0">
                <a:solidFill>
                  <a:schemeClr val="bg1"/>
                </a:solidFill>
              </a:rPr>
              <a:t>Inconsistent country codes</a:t>
            </a:r>
          </a:p>
          <a:p>
            <a:pPr marL="800100" lvl="1" indent="-342900" eaLnBrk="0" fontAlgn="base" hangingPunct="0">
              <a:spcBef>
                <a:spcPct val="0"/>
              </a:spcBef>
              <a:spcAft>
                <a:spcPct val="0"/>
              </a:spcAft>
              <a:buFont typeface="Wingdings" panose="05000000000000000000" pitchFamily="2" charset="2"/>
              <a:buChar char="Ø"/>
            </a:pPr>
            <a:r>
              <a:rPr lang="en-US" sz="2000" dirty="0">
                <a:solidFill>
                  <a:schemeClr val="bg1"/>
                </a:solidFill>
              </a:rPr>
              <a:t>Salary values in different currencies (NZD and AUD)</a:t>
            </a:r>
            <a:endParaRPr lang="en-US" altLang="en-US" sz="2000" dirty="0">
              <a:solidFill>
                <a:schemeClr val="bg1"/>
              </a:solidFill>
              <a:cs typeface="Arial" panose="020B0604020202020204" pitchFamily="34" charset="0"/>
            </a:endParaRPr>
          </a:p>
          <a:p>
            <a:pPr eaLnBrk="0" fontAlgn="base" hangingPunct="0">
              <a:spcBef>
                <a:spcPct val="0"/>
              </a:spcBef>
              <a:spcAft>
                <a:spcPct val="0"/>
              </a:spcAft>
            </a:pPr>
            <a:endParaRPr lang="en-US" altLang="en-US" sz="2200" dirty="0">
              <a:solidFill>
                <a:schemeClr val="bg1"/>
              </a:solidFill>
              <a:cs typeface="Arial" panose="020B0604020202020204" pitchFamily="34" charset="0"/>
            </a:endParaRPr>
          </a:p>
        </p:txBody>
      </p:sp>
    </p:spTree>
    <p:extLst>
      <p:ext uri="{BB962C8B-B14F-4D97-AF65-F5344CB8AC3E}">
        <p14:creationId xmlns:p14="http://schemas.microsoft.com/office/powerpoint/2010/main" val="32003120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D29B5-1B58-809F-FEA7-B82105E94664}"/>
              </a:ext>
            </a:extLst>
          </p:cNvPr>
          <p:cNvSpPr>
            <a:spLocks noGrp="1"/>
          </p:cNvSpPr>
          <p:nvPr>
            <p:ph type="title"/>
          </p:nvPr>
        </p:nvSpPr>
        <p:spPr>
          <a:xfrm>
            <a:off x="6318884" y="3499667"/>
            <a:ext cx="5395787" cy="2542810"/>
          </a:xfrm>
        </p:spPr>
        <p:txBody>
          <a:bodyPr/>
          <a:lstStyle/>
          <a:p>
            <a:r>
              <a:rPr lang="en-US" sz="4000" dirty="0"/>
              <a:t>Data Cleaning Process</a:t>
            </a:r>
          </a:p>
        </p:txBody>
      </p:sp>
      <p:sp>
        <p:nvSpPr>
          <p:cNvPr id="8" name="Rectangle 2">
            <a:extLst>
              <a:ext uri="{FF2B5EF4-FFF2-40B4-BE49-F238E27FC236}">
                <a16:creationId xmlns:a16="http://schemas.microsoft.com/office/drawing/2014/main" id="{FFADA302-6676-241B-294D-5BF125D8EC76}"/>
              </a:ext>
            </a:extLst>
          </p:cNvPr>
          <p:cNvSpPr>
            <a:spLocks noGrp="1" noChangeArrowheads="1"/>
          </p:cNvSpPr>
          <p:nvPr>
            <p:ph sz="quarter" idx="15"/>
          </p:nvPr>
        </p:nvSpPr>
        <p:spPr bwMode="auto">
          <a:xfrm>
            <a:off x="619604" y="603733"/>
            <a:ext cx="6711004" cy="550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200" b="0" i="0" u="none" strike="noStrike" cap="none" normalizeH="0" baseline="0" dirty="0">
                <a:ln>
                  <a:noFill/>
                </a:ln>
                <a:effectLst/>
                <a:latin typeface="+mj-lt"/>
              </a:rPr>
              <a:t>Data Scrubbing</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2200" b="0" i="0" u="none" strike="noStrike" cap="none" normalizeH="0" baseline="0" dirty="0">
                <a:ln>
                  <a:noFill/>
                </a:ln>
                <a:effectLst/>
              </a:rPr>
              <a:t>Fixed text values - numbers (e.g., “thirty-eight” to 38)</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2200" b="0" i="0" u="none" strike="noStrike" cap="none" normalizeH="0" baseline="0" dirty="0">
                <a:ln>
                  <a:noFill/>
                </a:ln>
                <a:effectLst/>
              </a:rPr>
              <a:t>Removed duplicates</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2200" b="0" i="0" u="none" strike="noStrike" cap="none" normalizeH="0" baseline="0" dirty="0">
                <a:ln>
                  <a:noFill/>
                </a:ln>
                <a:effectLst/>
              </a:rPr>
              <a:t>Fixed invalid date</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sz="22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200" b="0" i="0" u="none" strike="noStrike" cap="none" normalizeH="0" baseline="0" dirty="0">
                <a:ln>
                  <a:noFill/>
                </a:ln>
                <a:effectLst/>
                <a:latin typeface="+mj-lt"/>
              </a:rPr>
              <a:t>Data Munging</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2200" b="0" i="0" u="none" strike="noStrike" cap="none" normalizeH="0" baseline="0" dirty="0">
                <a:ln>
                  <a:noFill/>
                </a:ln>
                <a:effectLst/>
              </a:rPr>
              <a:t>Standardized country codes (AU to AUS)</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2200" b="0" i="0" u="none" strike="noStrike" cap="none" normalizeH="0" baseline="0" dirty="0">
                <a:ln>
                  <a:noFill/>
                </a:ln>
                <a:effectLst/>
              </a:rPr>
              <a:t>Cleaned names and formats</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2200" b="0" i="0" u="none" strike="noStrike" cap="none" normalizeH="0" baseline="0" dirty="0">
                <a:ln>
                  <a:noFill/>
                </a:ln>
                <a:effectLst/>
              </a:rPr>
              <a:t>Converted data types</a:t>
            </a:r>
          </a:p>
          <a:p>
            <a:pPr marL="0" marR="0" lvl="0" indent="0" algn="l" defTabSz="914400" rtl="0" eaLnBrk="0" fontAlgn="base" latinLnBrk="0" hangingPunct="0">
              <a:lnSpc>
                <a:spcPct val="100000"/>
              </a:lnSpc>
              <a:spcBef>
                <a:spcPct val="0"/>
              </a:spcBef>
              <a:spcAft>
                <a:spcPct val="0"/>
              </a:spcAft>
              <a:buClrTx/>
              <a:buSzTx/>
              <a:tabLst/>
            </a:pPr>
            <a:endParaRPr lang="en-US" altLang="en-US" sz="22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200" b="0" i="0" u="none" strike="noStrike" cap="none" normalizeH="0" baseline="0" dirty="0">
                <a:ln>
                  <a:noFill/>
                </a:ln>
                <a:effectLst/>
                <a:latin typeface="+mj-lt"/>
              </a:rPr>
              <a:t>Data Wrangling</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2200" b="0" i="0" u="none" strike="noStrike" cap="none" normalizeH="0" baseline="0" dirty="0">
                <a:ln>
                  <a:noFill/>
                </a:ln>
                <a:effectLst/>
              </a:rPr>
              <a:t>Filled missing values using median</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2200" b="0" i="0" u="none" strike="noStrike" cap="none" normalizeH="0" baseline="0" dirty="0">
                <a:ln>
                  <a:noFill/>
                </a:ln>
                <a:effectLst/>
              </a:rPr>
              <a:t>Created </a:t>
            </a:r>
            <a:r>
              <a:rPr kumimoji="0" lang="en-US" altLang="en-US" sz="2200" b="0" i="0" u="none" strike="noStrike" cap="none" normalizeH="0" baseline="0" dirty="0" err="1">
                <a:ln>
                  <a:noFill/>
                </a:ln>
                <a:effectLst/>
              </a:rPr>
              <a:t>Tenure_Years</a:t>
            </a:r>
            <a:endParaRPr kumimoji="0" lang="en-US" altLang="en-US" sz="2200" b="0" i="0" u="none" strike="noStrike" cap="none" normalizeH="0" baseline="0" dirty="0">
              <a:ln>
                <a:noFill/>
              </a:ln>
              <a:effectLs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2200" b="0" i="0" u="none" strike="noStrike" cap="none" normalizeH="0" baseline="0" dirty="0">
                <a:ln>
                  <a:noFill/>
                </a:ln>
                <a:effectLst/>
              </a:rPr>
              <a:t>Detected outliers using IQR</a:t>
            </a:r>
          </a:p>
          <a:p>
            <a:pPr marL="285750" lvl="0" indent="-285750" eaLnBrk="0" fontAlgn="base" hangingPunct="0">
              <a:lnSpc>
                <a:spcPct val="100000"/>
              </a:lnSpc>
              <a:spcBef>
                <a:spcPct val="0"/>
              </a:spcBef>
              <a:spcAft>
                <a:spcPct val="0"/>
              </a:spcAft>
              <a:buFont typeface="Wingdings" panose="05000000000000000000" pitchFamily="2" charset="2"/>
              <a:buChar char="ü"/>
            </a:pPr>
            <a:r>
              <a:rPr lang="en-CA" sz="2400" dirty="0"/>
              <a:t>Converted salary</a:t>
            </a:r>
            <a:endParaRPr kumimoji="0" lang="en-US" altLang="en-US" sz="2200" b="0" i="0" u="none" strike="noStrike" cap="none" normalizeH="0" baseline="0" dirty="0">
              <a:ln>
                <a:noFill/>
              </a:ln>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200" b="0"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30882253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AFC2124B-254D-5D49-0046-454593E817C5}"/>
              </a:ext>
            </a:extLst>
          </p:cNvPr>
          <p:cNvSpPr>
            <a:spLocks noGrp="1"/>
          </p:cNvSpPr>
          <p:nvPr>
            <p:ph type="title"/>
          </p:nvPr>
        </p:nvSpPr>
        <p:spPr>
          <a:xfrm>
            <a:off x="594360" y="198408"/>
            <a:ext cx="10972800" cy="1574317"/>
          </a:xfrm>
        </p:spPr>
        <p:txBody>
          <a:bodyPr/>
          <a:lstStyle/>
          <a:p>
            <a:r>
              <a:rPr lang="en-US" dirty="0"/>
              <a:t>Outliers (IQR Method)</a:t>
            </a:r>
          </a:p>
        </p:txBody>
      </p:sp>
      <p:pic>
        <p:nvPicPr>
          <p:cNvPr id="5" name="Picture Placeholder 52">
            <a:extLst>
              <a:ext uri="{FF2B5EF4-FFF2-40B4-BE49-F238E27FC236}">
                <a16:creationId xmlns:a16="http://schemas.microsoft.com/office/drawing/2014/main" id="{F2B2501C-600C-11B3-1ECD-912D988906A5}"/>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rcRect/>
          <a:stretch/>
        </p:blipFill>
        <p:spPr>
          <a:xfrm>
            <a:off x="6681049" y="1772725"/>
            <a:ext cx="3459479" cy="2309203"/>
          </a:xfrm>
          <a:noFill/>
        </p:spPr>
      </p:pic>
      <p:sp>
        <p:nvSpPr>
          <p:cNvPr id="3" name="Content Placeholder 2">
            <a:extLst>
              <a:ext uri="{FF2B5EF4-FFF2-40B4-BE49-F238E27FC236}">
                <a16:creationId xmlns:a16="http://schemas.microsoft.com/office/drawing/2014/main" id="{34F2E863-4A4C-76FE-444A-083F93043389}"/>
              </a:ext>
            </a:extLst>
          </p:cNvPr>
          <p:cNvSpPr>
            <a:spLocks noGrp="1"/>
          </p:cNvSpPr>
          <p:nvPr>
            <p:ph sz="quarter" idx="14"/>
          </p:nvPr>
        </p:nvSpPr>
        <p:spPr>
          <a:xfrm>
            <a:off x="594360" y="2672134"/>
            <a:ext cx="5501640" cy="3826716"/>
          </a:xfrm>
        </p:spPr>
        <p:txBody>
          <a:bodyPr>
            <a:normAutofit/>
          </a:bodyPr>
          <a:lstStyle/>
          <a:p>
            <a:pPr>
              <a:buFont typeface="Wingdings" panose="05000000000000000000" pitchFamily="2" charset="2"/>
              <a:buChar char="Ø"/>
            </a:pPr>
            <a:r>
              <a:rPr lang="en-US" sz="2400" dirty="0"/>
              <a:t>Charlie: </a:t>
            </a:r>
            <a:r>
              <a:rPr lang="en-CA" sz="2400" dirty="0"/>
              <a:t>$77,760 NZD</a:t>
            </a:r>
          </a:p>
          <a:p>
            <a:pPr>
              <a:buFont typeface="Wingdings" panose="05000000000000000000" pitchFamily="2" charset="2"/>
              <a:buChar char="Ø"/>
            </a:pPr>
            <a:r>
              <a:rPr lang="en-US" sz="2400" dirty="0"/>
              <a:t>Slightly above upper fence detected as outlier after the currency conversion (AUD to NZD)</a:t>
            </a:r>
          </a:p>
          <a:p>
            <a:pPr lvl="1"/>
            <a:endParaRPr lang="en-US" dirty="0"/>
          </a:p>
        </p:txBody>
      </p:sp>
      <p:pic>
        <p:nvPicPr>
          <p:cNvPr id="6" name="Picture 5">
            <a:extLst>
              <a:ext uri="{FF2B5EF4-FFF2-40B4-BE49-F238E27FC236}">
                <a16:creationId xmlns:a16="http://schemas.microsoft.com/office/drawing/2014/main" id="{BAE54D6F-BA05-1D4C-7BDC-93B301626CDE}"/>
              </a:ext>
            </a:extLst>
          </p:cNvPr>
          <p:cNvPicPr>
            <a:picLocks noChangeAspect="1"/>
          </p:cNvPicPr>
          <p:nvPr/>
        </p:nvPicPr>
        <p:blipFill>
          <a:blip r:embed="rId4"/>
          <a:stretch>
            <a:fillRect/>
          </a:stretch>
        </p:blipFill>
        <p:spPr>
          <a:xfrm>
            <a:off x="6583681" y="4337039"/>
            <a:ext cx="4074551" cy="2161811"/>
          </a:xfrm>
          <a:prstGeom prst="rect">
            <a:avLst/>
          </a:prstGeom>
        </p:spPr>
      </p:pic>
    </p:spTree>
    <p:extLst>
      <p:ext uri="{BB962C8B-B14F-4D97-AF65-F5344CB8AC3E}">
        <p14:creationId xmlns:p14="http://schemas.microsoft.com/office/powerpoint/2010/main" val="2983645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633A5-8BE3-D44D-57F3-2EF161376844}"/>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5AB6D40A-2A0A-AF3D-8CF7-3ECD37765637}"/>
              </a:ext>
            </a:extLst>
          </p:cNvPr>
          <p:cNvSpPr>
            <a:spLocks noGrp="1"/>
          </p:cNvSpPr>
          <p:nvPr>
            <p:ph type="title"/>
          </p:nvPr>
        </p:nvSpPr>
        <p:spPr>
          <a:xfrm>
            <a:off x="594360" y="198408"/>
            <a:ext cx="10972800" cy="1574317"/>
          </a:xfrm>
        </p:spPr>
        <p:txBody>
          <a:bodyPr anchor="b">
            <a:normAutofit/>
          </a:bodyPr>
          <a:lstStyle/>
          <a:p>
            <a:r>
              <a:rPr lang="en-US" dirty="0"/>
              <a:t>Key Findings</a:t>
            </a:r>
          </a:p>
        </p:txBody>
      </p:sp>
      <p:pic>
        <p:nvPicPr>
          <p:cNvPr id="8" name="Content Placeholder 7">
            <a:extLst>
              <a:ext uri="{FF2B5EF4-FFF2-40B4-BE49-F238E27FC236}">
                <a16:creationId xmlns:a16="http://schemas.microsoft.com/office/drawing/2014/main" id="{8E5094D5-8B13-C78E-B972-11EB7CB4EF91}"/>
              </a:ext>
            </a:extLst>
          </p:cNvPr>
          <p:cNvPicPr>
            <a:picLocks noGrp="1" noChangeAspect="1"/>
          </p:cNvPicPr>
          <p:nvPr>
            <p:ph sz="quarter" idx="13"/>
          </p:nvPr>
        </p:nvPicPr>
        <p:blipFill>
          <a:blip r:embed="rId3"/>
          <a:stretch/>
        </p:blipFill>
        <p:spPr>
          <a:xfrm>
            <a:off x="225631" y="2291938"/>
            <a:ext cx="6721434" cy="4180114"/>
          </a:xfrm>
          <a:prstGeom prst="rect">
            <a:avLst/>
          </a:prstGeom>
          <a:noFill/>
        </p:spPr>
      </p:pic>
      <p:sp>
        <p:nvSpPr>
          <p:cNvPr id="16" name="Content Placeholder 3">
            <a:extLst>
              <a:ext uri="{FF2B5EF4-FFF2-40B4-BE49-F238E27FC236}">
                <a16:creationId xmlns:a16="http://schemas.microsoft.com/office/drawing/2014/main" id="{368141FD-0ED7-E844-16BD-15812AD65FE8}"/>
              </a:ext>
            </a:extLst>
          </p:cNvPr>
          <p:cNvSpPr>
            <a:spLocks noGrp="1"/>
          </p:cNvSpPr>
          <p:nvPr>
            <p:ph sz="quarter" idx="14"/>
          </p:nvPr>
        </p:nvSpPr>
        <p:spPr>
          <a:xfrm>
            <a:off x="6947065" y="2291938"/>
            <a:ext cx="4620095" cy="3982057"/>
          </a:xfrm>
        </p:spPr>
        <p:txBody>
          <a:bodyPr>
            <a:normAutofit/>
          </a:bodyPr>
          <a:lstStyle/>
          <a:p>
            <a:pPr>
              <a:buFont typeface="Wingdings" panose="05000000000000000000" pitchFamily="2" charset="2"/>
              <a:buChar char="§"/>
            </a:pPr>
            <a:r>
              <a:rPr lang="en-US" sz="2400" dirty="0"/>
              <a:t>Age has a moderate positive relationship with salary (r = 0.54, $601/year)</a:t>
            </a:r>
          </a:p>
          <a:p>
            <a:pPr>
              <a:buFont typeface="Wingdings" panose="05000000000000000000" pitchFamily="2" charset="2"/>
              <a:buChar char="§"/>
            </a:pPr>
            <a:r>
              <a:rPr lang="en-US" sz="2400" dirty="0"/>
              <a:t>Grace is an exception (+$2,720 above average)</a:t>
            </a:r>
          </a:p>
          <a:p>
            <a:pPr>
              <a:buFont typeface="Wingdings" panose="05000000000000000000" pitchFamily="2" charset="2"/>
              <a:buChar char="§"/>
            </a:pPr>
            <a:r>
              <a:rPr lang="en-CA" sz="2400" dirty="0"/>
              <a:t>Tenure has no impact (r = -0.12)</a:t>
            </a:r>
            <a:endParaRPr lang="en-US" sz="2400" dirty="0"/>
          </a:p>
        </p:txBody>
      </p:sp>
    </p:spTree>
    <p:extLst>
      <p:ext uri="{BB962C8B-B14F-4D97-AF65-F5344CB8AC3E}">
        <p14:creationId xmlns:p14="http://schemas.microsoft.com/office/powerpoint/2010/main" val="2039059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36235-4568-DACE-71C0-882A333E7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CDAC5-60F7-4EBB-E7F4-C089F3CE21E1}"/>
              </a:ext>
            </a:extLst>
          </p:cNvPr>
          <p:cNvSpPr>
            <a:spLocks noGrp="1"/>
          </p:cNvSpPr>
          <p:nvPr>
            <p:ph type="title"/>
          </p:nvPr>
        </p:nvSpPr>
        <p:spPr>
          <a:xfrm>
            <a:off x="594360" y="198408"/>
            <a:ext cx="10972800" cy="1574317"/>
          </a:xfrm>
        </p:spPr>
        <p:txBody>
          <a:bodyPr/>
          <a:lstStyle/>
          <a:p>
            <a:r>
              <a:rPr lang="en-US" dirty="0"/>
              <a:t>Conclusion &amp; takeaways</a:t>
            </a:r>
          </a:p>
        </p:txBody>
      </p:sp>
      <p:sp>
        <p:nvSpPr>
          <p:cNvPr id="3" name="Content Placeholder 2">
            <a:extLst>
              <a:ext uri="{FF2B5EF4-FFF2-40B4-BE49-F238E27FC236}">
                <a16:creationId xmlns:a16="http://schemas.microsoft.com/office/drawing/2014/main" id="{91D86A8C-39B5-5159-FCCB-0EE7455A3261}"/>
              </a:ext>
            </a:extLst>
          </p:cNvPr>
          <p:cNvSpPr>
            <a:spLocks noGrp="1"/>
          </p:cNvSpPr>
          <p:nvPr>
            <p:ph sz="quarter" idx="13"/>
          </p:nvPr>
        </p:nvSpPr>
        <p:spPr>
          <a:xfrm>
            <a:off x="595522" y="2676525"/>
            <a:ext cx="9842439" cy="3597470"/>
          </a:xfrm>
        </p:spPr>
        <p:txBody>
          <a:bodyPr/>
          <a:lstStyle/>
          <a:p>
            <a:pPr lvl="1">
              <a:buFont typeface="Wingdings" panose="05000000000000000000" pitchFamily="2" charset="2"/>
              <a:buChar char="ü"/>
            </a:pPr>
            <a:r>
              <a:rPr lang="en-US" dirty="0"/>
              <a:t>Real-world data is messy that’s why data cleaning and validation are important to avoid incorrect analysis</a:t>
            </a:r>
          </a:p>
          <a:p>
            <a:pPr lvl="1">
              <a:buFont typeface="Wingdings" panose="05000000000000000000" pitchFamily="2" charset="2"/>
              <a:buChar char="ü"/>
            </a:pPr>
            <a:r>
              <a:rPr lang="en-US" dirty="0"/>
              <a:t>Small datasets can still provide meaningful insights when properly prepared and analyzed</a:t>
            </a:r>
          </a:p>
          <a:p>
            <a:pPr lvl="1">
              <a:buFont typeface="Wingdings" panose="05000000000000000000" pitchFamily="2" charset="2"/>
              <a:buChar char="ü"/>
            </a:pPr>
            <a:r>
              <a:rPr lang="en-US" dirty="0"/>
              <a:t>Data transformations, such as currency conversion, can affect results and must be carefully interpreted</a:t>
            </a:r>
          </a:p>
        </p:txBody>
      </p:sp>
    </p:spTree>
    <p:extLst>
      <p:ext uri="{BB962C8B-B14F-4D97-AF65-F5344CB8AC3E}">
        <p14:creationId xmlns:p14="http://schemas.microsoft.com/office/powerpoint/2010/main" val="39615984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AB9C34-2B13-E66F-1053-2BA156F89425}"/>
              </a:ext>
            </a:extLst>
          </p:cNvPr>
          <p:cNvSpPr>
            <a:spLocks noGrp="1"/>
          </p:cNvSpPr>
          <p:nvPr>
            <p:ph type="title"/>
          </p:nvPr>
        </p:nvSpPr>
        <p:spPr>
          <a:xfrm>
            <a:off x="594360" y="584005"/>
            <a:ext cx="10972800" cy="1188720"/>
          </a:xfrm>
        </p:spPr>
        <p:txBody>
          <a:bodyPr/>
          <a:lstStyle/>
          <a:p>
            <a:r>
              <a:rPr lang="en-US" dirty="0"/>
              <a:t>Speaking engagement metrics</a:t>
            </a:r>
          </a:p>
        </p:txBody>
      </p:sp>
      <p:graphicFrame>
        <p:nvGraphicFramePr>
          <p:cNvPr id="4" name="Table Placeholder 3">
            <a:extLst>
              <a:ext uri="{FF2B5EF4-FFF2-40B4-BE49-F238E27FC236}">
                <a16:creationId xmlns:a16="http://schemas.microsoft.com/office/drawing/2014/main" id="{4D1FB21E-CCFB-8E64-064C-DB8195F86847}"/>
              </a:ext>
            </a:extLst>
          </p:cNvPr>
          <p:cNvGraphicFramePr>
            <a:graphicFrameLocks noGrp="1"/>
          </p:cNvGraphicFramePr>
          <p:nvPr>
            <p:ph type="tbl" sz="quarter" idx="10"/>
            <p:extLst>
              <p:ext uri="{D42A27DB-BD31-4B8C-83A1-F6EECF244321}">
                <p14:modId xmlns:p14="http://schemas.microsoft.com/office/powerpoint/2010/main" val="145036385"/>
              </p:ext>
            </p:extLst>
          </p:nvPr>
        </p:nvGraphicFramePr>
        <p:xfrm>
          <a:off x="593725" y="2628900"/>
          <a:ext cx="10991080" cy="3613525"/>
        </p:xfrm>
        <a:graphic>
          <a:graphicData uri="http://schemas.openxmlformats.org/drawingml/2006/table">
            <a:tbl>
              <a:tblPr firstRow="1" bandRow="1">
                <a:tableStyleId>{69CF1AB2-1976-4502-BF36-3FF5EA218861}</a:tableStyleId>
              </a:tblPr>
              <a:tblGrid>
                <a:gridCol w="2747770">
                  <a:extLst>
                    <a:ext uri="{9D8B030D-6E8A-4147-A177-3AD203B41FA5}">
                      <a16:colId xmlns:a16="http://schemas.microsoft.com/office/drawing/2014/main" val="2382218087"/>
                    </a:ext>
                  </a:extLst>
                </a:gridCol>
                <a:gridCol w="2747770">
                  <a:extLst>
                    <a:ext uri="{9D8B030D-6E8A-4147-A177-3AD203B41FA5}">
                      <a16:colId xmlns:a16="http://schemas.microsoft.com/office/drawing/2014/main" val="3953468724"/>
                    </a:ext>
                  </a:extLst>
                </a:gridCol>
                <a:gridCol w="2747770">
                  <a:extLst>
                    <a:ext uri="{9D8B030D-6E8A-4147-A177-3AD203B41FA5}">
                      <a16:colId xmlns:a16="http://schemas.microsoft.com/office/drawing/2014/main" val="4277526474"/>
                    </a:ext>
                  </a:extLst>
                </a:gridCol>
                <a:gridCol w="2747770">
                  <a:extLst>
                    <a:ext uri="{9D8B030D-6E8A-4147-A177-3AD203B41FA5}">
                      <a16:colId xmlns:a16="http://schemas.microsoft.com/office/drawing/2014/main" val="2438884888"/>
                    </a:ext>
                  </a:extLst>
                </a:gridCol>
              </a:tblGrid>
              <a:tr h="594689">
                <a:tc>
                  <a:txBody>
                    <a:bodyPr/>
                    <a:lstStyle/>
                    <a:p>
                      <a:pPr algn="ctr"/>
                      <a:r>
                        <a:rPr lang="en-US" dirty="0">
                          <a:solidFill>
                            <a:schemeClr val="bg1"/>
                          </a:solidFill>
                          <a:latin typeface="+mj-lt"/>
                        </a:rPr>
                        <a:t>Impact factor</a:t>
                      </a:r>
                    </a:p>
                  </a:txBody>
                  <a:tcPr anchor="ctr"/>
                </a:tc>
                <a:tc>
                  <a:txBody>
                    <a:bodyPr/>
                    <a:lstStyle/>
                    <a:p>
                      <a:pPr algn="ctr"/>
                      <a:r>
                        <a:rPr lang="en-US" dirty="0">
                          <a:solidFill>
                            <a:schemeClr val="bg1"/>
                          </a:solidFill>
                          <a:latin typeface="+mj-lt"/>
                        </a:rPr>
                        <a:t>Measurement</a:t>
                      </a:r>
                    </a:p>
                  </a:txBody>
                  <a:tcPr anchor="ctr"/>
                </a:tc>
                <a:tc>
                  <a:txBody>
                    <a:bodyPr/>
                    <a:lstStyle/>
                    <a:p>
                      <a:pPr algn="ctr"/>
                      <a:r>
                        <a:rPr lang="en-US" dirty="0">
                          <a:solidFill>
                            <a:schemeClr val="bg1"/>
                          </a:solidFill>
                          <a:latin typeface="+mj-lt"/>
                        </a:rPr>
                        <a:t>Target</a:t>
                      </a:r>
                    </a:p>
                  </a:txBody>
                  <a:tcPr anchor="ctr"/>
                </a:tc>
                <a:tc>
                  <a:txBody>
                    <a:bodyPr/>
                    <a:lstStyle/>
                    <a:p>
                      <a:pPr algn="ctr"/>
                      <a:r>
                        <a:rPr lang="en-US" dirty="0">
                          <a:solidFill>
                            <a:schemeClr val="bg1"/>
                          </a:solidFill>
                          <a:latin typeface="+mj-lt"/>
                        </a:rPr>
                        <a:t>Achieved</a:t>
                      </a:r>
                    </a:p>
                  </a:txBody>
                  <a:tcPr anchor="ctr"/>
                </a:tc>
                <a:extLst>
                  <a:ext uri="{0D108BD9-81ED-4DB2-BD59-A6C34878D82A}">
                    <a16:rowId xmlns:a16="http://schemas.microsoft.com/office/drawing/2014/main" val="2857107962"/>
                  </a:ext>
                </a:extLst>
              </a:tr>
              <a:tr h="594689">
                <a:tc>
                  <a:txBody>
                    <a:bodyPr/>
                    <a:lstStyle/>
                    <a:p>
                      <a:pPr algn="ctr"/>
                      <a:r>
                        <a:rPr lang="en-US" dirty="0"/>
                        <a:t>Audience interaction</a:t>
                      </a:r>
                    </a:p>
                  </a:txBody>
                  <a:tcPr anchor="ctr"/>
                </a:tc>
                <a:tc>
                  <a:txBody>
                    <a:bodyPr/>
                    <a:lstStyle/>
                    <a:p>
                      <a:pPr algn="ctr"/>
                      <a:r>
                        <a:rPr lang="en-US" dirty="0"/>
                        <a:t>Percentage (%)</a:t>
                      </a:r>
                    </a:p>
                  </a:txBody>
                  <a:tcPr anchor="ctr"/>
                </a:tc>
                <a:tc>
                  <a:txBody>
                    <a:bodyPr/>
                    <a:lstStyle/>
                    <a:p>
                      <a:pPr algn="ctr"/>
                      <a:r>
                        <a:rPr lang="en-US" dirty="0"/>
                        <a:t>85</a:t>
                      </a:r>
                    </a:p>
                  </a:txBody>
                  <a:tcPr anchor="ctr"/>
                </a:tc>
                <a:tc>
                  <a:txBody>
                    <a:bodyPr/>
                    <a:lstStyle/>
                    <a:p>
                      <a:pPr algn="ctr"/>
                      <a:r>
                        <a:rPr lang="en-US" dirty="0"/>
                        <a:t>88</a:t>
                      </a:r>
                    </a:p>
                  </a:txBody>
                  <a:tcPr anchor="ctr"/>
                </a:tc>
                <a:extLst>
                  <a:ext uri="{0D108BD9-81ED-4DB2-BD59-A6C34878D82A}">
                    <a16:rowId xmlns:a16="http://schemas.microsoft.com/office/drawing/2014/main" val="1671386868"/>
                  </a:ext>
                </a:extLst>
              </a:tr>
              <a:tr h="594689">
                <a:tc>
                  <a:txBody>
                    <a:bodyPr/>
                    <a:lstStyle/>
                    <a:p>
                      <a:pPr algn="ctr"/>
                      <a:r>
                        <a:rPr lang="en-US" dirty="0"/>
                        <a:t>Knowledge retention</a:t>
                      </a:r>
                    </a:p>
                  </a:txBody>
                  <a:tcPr anchor="ctr"/>
                </a:tc>
                <a:tc>
                  <a:txBody>
                    <a:bodyPr/>
                    <a:lstStyle/>
                    <a:p>
                      <a:pPr algn="ctr"/>
                      <a:r>
                        <a:rPr lang="en-US" dirty="0"/>
                        <a:t>Percentage (%)</a:t>
                      </a:r>
                    </a:p>
                  </a:txBody>
                  <a:tcPr anchor="ctr"/>
                </a:tc>
                <a:tc>
                  <a:txBody>
                    <a:bodyPr/>
                    <a:lstStyle/>
                    <a:p>
                      <a:pPr algn="ctr"/>
                      <a:r>
                        <a:rPr lang="en-US" dirty="0"/>
                        <a:t>75</a:t>
                      </a:r>
                    </a:p>
                  </a:txBody>
                  <a:tcPr anchor="ctr"/>
                </a:tc>
                <a:tc>
                  <a:txBody>
                    <a:bodyPr/>
                    <a:lstStyle/>
                    <a:p>
                      <a:pPr algn="ctr"/>
                      <a:r>
                        <a:rPr lang="en-US" dirty="0"/>
                        <a:t>80</a:t>
                      </a:r>
                    </a:p>
                  </a:txBody>
                  <a:tcPr anchor="ctr"/>
                </a:tc>
                <a:extLst>
                  <a:ext uri="{0D108BD9-81ED-4DB2-BD59-A6C34878D82A}">
                    <a16:rowId xmlns:a16="http://schemas.microsoft.com/office/drawing/2014/main" val="380626418"/>
                  </a:ext>
                </a:extLst>
              </a:tr>
              <a:tr h="594689">
                <a:tc>
                  <a:txBody>
                    <a:bodyPr/>
                    <a:lstStyle/>
                    <a:p>
                      <a:pPr algn="ctr"/>
                      <a:r>
                        <a:rPr lang="en-US" dirty="0"/>
                        <a:t>Post-presentation surveys</a:t>
                      </a:r>
                    </a:p>
                  </a:txBody>
                  <a:tcPr anchor="ctr"/>
                </a:tc>
                <a:tc>
                  <a:txBody>
                    <a:bodyPr/>
                    <a:lstStyle/>
                    <a:p>
                      <a:pPr algn="ctr"/>
                      <a:r>
                        <a:rPr lang="en-US" dirty="0"/>
                        <a:t>Average rating</a:t>
                      </a:r>
                    </a:p>
                  </a:txBody>
                  <a:tcPr anchor="ctr"/>
                </a:tc>
                <a:tc>
                  <a:txBody>
                    <a:bodyPr/>
                    <a:lstStyle/>
                    <a:p>
                      <a:pPr algn="ctr"/>
                      <a:r>
                        <a:rPr lang="en-US" dirty="0"/>
                        <a:t>4.2</a:t>
                      </a:r>
                    </a:p>
                  </a:txBody>
                  <a:tcPr anchor="ctr"/>
                </a:tc>
                <a:tc>
                  <a:txBody>
                    <a:bodyPr/>
                    <a:lstStyle/>
                    <a:p>
                      <a:pPr algn="ctr"/>
                      <a:r>
                        <a:rPr lang="en-US" dirty="0"/>
                        <a:t>4.5</a:t>
                      </a:r>
                    </a:p>
                  </a:txBody>
                  <a:tcPr anchor="ctr"/>
                </a:tc>
                <a:extLst>
                  <a:ext uri="{0D108BD9-81ED-4DB2-BD59-A6C34878D82A}">
                    <a16:rowId xmlns:a16="http://schemas.microsoft.com/office/drawing/2014/main" val="2132482967"/>
                  </a:ext>
                </a:extLst>
              </a:tr>
              <a:tr h="594689">
                <a:tc>
                  <a:txBody>
                    <a:bodyPr/>
                    <a:lstStyle/>
                    <a:p>
                      <a:pPr algn="ctr"/>
                      <a:r>
                        <a:rPr lang="en-US" dirty="0"/>
                        <a:t>Referral rate</a:t>
                      </a:r>
                    </a:p>
                  </a:txBody>
                  <a:tcPr anchor="ctr"/>
                </a:tc>
                <a:tc>
                  <a:txBody>
                    <a:bodyPr/>
                    <a:lstStyle/>
                    <a:p>
                      <a:pPr algn="ctr"/>
                      <a:r>
                        <a:rPr lang="en-US" dirty="0"/>
                        <a:t>Percentage (%)</a:t>
                      </a:r>
                    </a:p>
                  </a:txBody>
                  <a:tcPr anchor="ctr"/>
                </a:tc>
                <a:tc>
                  <a:txBody>
                    <a:bodyPr/>
                    <a:lstStyle/>
                    <a:p>
                      <a:pPr algn="ctr"/>
                      <a:r>
                        <a:rPr lang="en-US" dirty="0"/>
                        <a:t>10</a:t>
                      </a:r>
                    </a:p>
                  </a:txBody>
                  <a:tcPr anchor="ctr"/>
                </a:tc>
                <a:tc>
                  <a:txBody>
                    <a:bodyPr/>
                    <a:lstStyle/>
                    <a:p>
                      <a:pPr algn="ctr"/>
                      <a:r>
                        <a:rPr lang="en-US" dirty="0"/>
                        <a:t>12</a:t>
                      </a:r>
                    </a:p>
                  </a:txBody>
                  <a:tcPr anchor="ctr"/>
                </a:tc>
                <a:extLst>
                  <a:ext uri="{0D108BD9-81ED-4DB2-BD59-A6C34878D82A}">
                    <a16:rowId xmlns:a16="http://schemas.microsoft.com/office/drawing/2014/main" val="3936251906"/>
                  </a:ext>
                </a:extLst>
              </a:tr>
              <a:tr h="594689">
                <a:tc>
                  <a:txBody>
                    <a:bodyPr/>
                    <a:lstStyle/>
                    <a:p>
                      <a:pPr algn="ctr"/>
                      <a:r>
                        <a:rPr lang="en-US" dirty="0"/>
                        <a:t>Collaboration opportunities</a:t>
                      </a:r>
                    </a:p>
                  </a:txBody>
                  <a:tcPr anchor="ctr"/>
                </a:tc>
                <a:tc>
                  <a:txBody>
                    <a:bodyPr/>
                    <a:lstStyle/>
                    <a:p>
                      <a:pPr algn="ctr"/>
                      <a:r>
                        <a:rPr lang="en-US" dirty="0"/>
                        <a:t># of opportunities</a:t>
                      </a:r>
                    </a:p>
                  </a:txBody>
                  <a:tcPr anchor="ctr"/>
                </a:tc>
                <a:tc>
                  <a:txBody>
                    <a:bodyPr/>
                    <a:lstStyle/>
                    <a:p>
                      <a:pPr algn="ctr"/>
                      <a:r>
                        <a:rPr lang="en-US" dirty="0"/>
                        <a:t>8</a:t>
                      </a:r>
                    </a:p>
                  </a:txBody>
                  <a:tcPr anchor="ctr"/>
                </a:tc>
                <a:tc>
                  <a:txBody>
                    <a:bodyPr/>
                    <a:lstStyle/>
                    <a:p>
                      <a:pPr algn="ctr"/>
                      <a:r>
                        <a:rPr lang="en-US" dirty="0"/>
                        <a:t>10</a:t>
                      </a:r>
                    </a:p>
                  </a:txBody>
                  <a:tcPr anchor="ctr"/>
                </a:tc>
                <a:extLst>
                  <a:ext uri="{0D108BD9-81ED-4DB2-BD59-A6C34878D82A}">
                    <a16:rowId xmlns:a16="http://schemas.microsoft.com/office/drawing/2014/main" val="568537164"/>
                  </a:ext>
                </a:extLst>
              </a:tr>
            </a:tbl>
          </a:graphicData>
        </a:graphic>
      </p:graphicFrame>
    </p:spTree>
    <p:extLst>
      <p:ext uri="{BB962C8B-B14F-4D97-AF65-F5344CB8AC3E}">
        <p14:creationId xmlns:p14="http://schemas.microsoft.com/office/powerpoint/2010/main" val="7524286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0C1B7-6E4E-3DEE-50C0-1CA3B14303EE}"/>
              </a:ext>
            </a:extLst>
          </p:cNvPr>
          <p:cNvSpPr>
            <a:spLocks noGrp="1"/>
          </p:cNvSpPr>
          <p:nvPr>
            <p:ph type="ctrTitle"/>
          </p:nvPr>
        </p:nvSpPr>
        <p:spPr>
          <a:xfrm>
            <a:off x="594360" y="411479"/>
            <a:ext cx="5486400" cy="3291840"/>
          </a:xfrm>
        </p:spPr>
        <p:txBody>
          <a:bodyPr/>
          <a:lstStyle/>
          <a:p>
            <a:r>
              <a:rPr lang="en-US" dirty="0"/>
              <a:t>Thank you</a:t>
            </a:r>
          </a:p>
        </p:txBody>
      </p:sp>
      <p:sp>
        <p:nvSpPr>
          <p:cNvPr id="3" name="Text Placeholder 2">
            <a:extLst>
              <a:ext uri="{FF2B5EF4-FFF2-40B4-BE49-F238E27FC236}">
                <a16:creationId xmlns:a16="http://schemas.microsoft.com/office/drawing/2014/main" id="{8BE734F0-2DDD-AF70-F13D-F9E4C1929411}"/>
              </a:ext>
            </a:extLst>
          </p:cNvPr>
          <p:cNvSpPr>
            <a:spLocks noGrp="1"/>
          </p:cNvSpPr>
          <p:nvPr>
            <p:ph type="body" sz="quarter" idx="11"/>
          </p:nvPr>
        </p:nvSpPr>
        <p:spPr>
          <a:xfrm>
            <a:off x="594360" y="4549552"/>
            <a:ext cx="5486400" cy="1645920"/>
          </a:xfrm>
        </p:spPr>
        <p:txBody>
          <a:bodyPr/>
          <a:lstStyle/>
          <a:p>
            <a:r>
              <a:rPr lang="en-US" dirty="0"/>
              <a:t>Brita Tamm</a:t>
            </a:r>
          </a:p>
          <a:p>
            <a:r>
              <a:rPr lang="en-US" dirty="0"/>
              <a:t>502-555-0152</a:t>
            </a:r>
          </a:p>
          <a:p>
            <a:r>
              <a:rPr lang="en-US" dirty="0"/>
              <a:t>brita@firstupconsultants.com</a:t>
            </a:r>
          </a:p>
          <a:p>
            <a:r>
              <a:rPr lang="en-US" dirty="0"/>
              <a:t>www.firstupconsultants.com</a:t>
            </a:r>
          </a:p>
        </p:txBody>
      </p:sp>
    </p:spTree>
    <p:extLst>
      <p:ext uri="{BB962C8B-B14F-4D97-AF65-F5344CB8AC3E}">
        <p14:creationId xmlns:p14="http://schemas.microsoft.com/office/powerpoint/2010/main" val="4261132419"/>
      </p:ext>
    </p:extLst>
  </p:cSld>
  <p:clrMapOvr>
    <a:masterClrMapping/>
  </p:clrMapOvr>
</p:sld>
</file>

<file path=ppt/theme/theme1.xml><?xml version="1.0" encoding="utf-8"?>
<a:theme xmlns:a="http://schemas.openxmlformats.org/drawingml/2006/main" name="Custom">
  <a:themeElements>
    <a:clrScheme name="Swiss">
      <a:dk1>
        <a:srgbClr val="000000"/>
      </a:dk1>
      <a:lt1>
        <a:srgbClr val="FFFFFF"/>
      </a:lt1>
      <a:dk2>
        <a:srgbClr val="E4E4E4"/>
      </a:dk2>
      <a:lt2>
        <a:srgbClr val="7CA655"/>
      </a:lt2>
      <a:accent1>
        <a:srgbClr val="A9D4DB"/>
      </a:accent1>
      <a:accent2>
        <a:srgbClr val="FBE284"/>
      </a:accent2>
      <a:accent3>
        <a:srgbClr val="4495A2"/>
      </a:accent3>
      <a:accent4>
        <a:srgbClr val="AA5881"/>
      </a:accent4>
      <a:accent5>
        <a:srgbClr val="E06742"/>
      </a:accent5>
      <a:accent6>
        <a:srgbClr val="F9D448"/>
      </a:accent6>
      <a:hlink>
        <a:srgbClr val="4495A2"/>
      </a:hlink>
      <a:folHlink>
        <a:srgbClr val="AA5881"/>
      </a:folHlink>
    </a:clrScheme>
    <a:fontScheme name="Custom 175">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78853419_Win32_SL_V5" id="{958D2C9E-948D-4354-BF9D-DF8AE3C2B240}" vid="{22D4A967-05D2-4D72-8594-54CFF341483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C21FFAC0-05A2-416A-B06C-C248395482CF}">
  <ds:schemaRefs>
    <ds:schemaRef ds:uri="http://schemas.microsoft.com/sharepoint/v3/contenttype/forms"/>
  </ds:schemaRefs>
</ds:datastoreItem>
</file>

<file path=customXml/itemProps2.xml><?xml version="1.0" encoding="utf-8"?>
<ds:datastoreItem xmlns:ds="http://schemas.openxmlformats.org/officeDocument/2006/customXml" ds:itemID="{92DB9E12-8AC3-4138-BF4D-720A5525AB1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F4B194E-8B30-4377-8C59-ECFB902D2A26}">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Geometric annual presentation</Template>
  <TotalTime>1094</TotalTime>
  <Words>954</Words>
  <Application>Microsoft Office PowerPoint</Application>
  <PresentationFormat>Widescreen</PresentationFormat>
  <Paragraphs>117</Paragraphs>
  <Slides>9</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Franklin Gothic Book</vt:lpstr>
      <vt:lpstr>Franklin Gothic Demi</vt:lpstr>
      <vt:lpstr>Wingdings</vt:lpstr>
      <vt:lpstr>Custom</vt:lpstr>
      <vt:lpstr>Data Cleaning and Data Visualization</vt:lpstr>
      <vt:lpstr>Overview</vt:lpstr>
      <vt:lpstr>Dataset Overview</vt:lpstr>
      <vt:lpstr>Data Cleaning Process</vt:lpstr>
      <vt:lpstr>Outliers (IQR Method)</vt:lpstr>
      <vt:lpstr>Key Findings</vt:lpstr>
      <vt:lpstr>Conclusion &amp; takeaways</vt:lpstr>
      <vt:lpstr>Speaking engagement metrics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Roxanne Prajapati</dc:creator>
  <cp:lastModifiedBy>Roxanne Prajapati</cp:lastModifiedBy>
  <cp:revision>3</cp:revision>
  <dcterms:created xsi:type="dcterms:W3CDTF">2026-04-30T18:52:10Z</dcterms:created>
  <dcterms:modified xsi:type="dcterms:W3CDTF">2026-05-01T13:06:43Z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