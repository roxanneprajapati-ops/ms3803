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4"/>
  </p:sldMasterIdLst>
  <p:notesMasterIdLst>
    <p:notesMasterId r:id="rId14"/>
  </p:notesMasterIdLst>
  <p:handoutMasterIdLst>
    <p:handoutMasterId r:id="rId15"/>
  </p:handoutMasterIdLst>
  <p:sldIdLst>
    <p:sldId id="259" r:id="rId5"/>
    <p:sldId id="265" r:id="rId6"/>
    <p:sldId id="257" r:id="rId7"/>
    <p:sldId id="301" r:id="rId8"/>
    <p:sldId id="298" r:id="rId9"/>
    <p:sldId id="267" r:id="rId10"/>
    <p:sldId id="304" r:id="rId11"/>
    <p:sldId id="296"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799B23B-EC83-4686-B30A-512413B5E67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5547" autoAdjust="0"/>
  </p:normalViewPr>
  <p:slideViewPr>
    <p:cSldViewPr snapToGrid="0">
      <p:cViewPr varScale="1">
        <p:scale>
          <a:sx n="56" d="100"/>
          <a:sy n="56" d="100"/>
        </p:scale>
        <p:origin x="1068" y="44"/>
      </p:cViewPr>
      <p:guideLst/>
    </p:cSldViewPr>
  </p:slideViewPr>
  <p:outlineViewPr>
    <p:cViewPr>
      <p:scale>
        <a:sx n="33" d="100"/>
        <a:sy n="33" d="100"/>
      </p:scale>
      <p:origin x="0" y="-11664"/>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D413764-5AD9-E889-944D-1707A854A1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8045D53-BE96-955D-B578-2BF8F356B79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4B9C3D-A6AA-4477-AC5E-4C46DDCA9DCD}" type="datetimeFigureOut">
              <a:rPr lang="en-US" smtClean="0"/>
              <a:t>4/25/2026</a:t>
            </a:fld>
            <a:endParaRPr lang="en-US" dirty="0"/>
          </a:p>
        </p:txBody>
      </p:sp>
      <p:sp>
        <p:nvSpPr>
          <p:cNvPr id="4" name="Footer Placeholder 3">
            <a:extLst>
              <a:ext uri="{FF2B5EF4-FFF2-40B4-BE49-F238E27FC236}">
                <a16:creationId xmlns:a16="http://schemas.microsoft.com/office/drawing/2014/main" id="{63ED3793-52FB-891B-2A0C-91D8927163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CB8DAAB-C45C-E833-ECEB-14DCA0F17FC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4DE28C3-D699-4CA0-B343-5111DC591998}" type="slidenum">
              <a:rPr lang="en-US" smtClean="0"/>
              <a:t>‹#›</a:t>
            </a:fld>
            <a:endParaRPr lang="en-US" dirty="0"/>
          </a:p>
        </p:txBody>
      </p:sp>
    </p:spTree>
    <p:extLst>
      <p:ext uri="{BB962C8B-B14F-4D97-AF65-F5344CB8AC3E}">
        <p14:creationId xmlns:p14="http://schemas.microsoft.com/office/powerpoint/2010/main" val="18718098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938646-CEA8-41F9-BD9F-D1FA107D99CC}" type="datetimeFigureOut">
              <a:rPr lang="en-US" smtClean="0"/>
              <a:t>4/25/2026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B040C8-62D2-4EA7-B200-D3B8C06AAFD8}" type="slidenum">
              <a:rPr lang="en-US" smtClean="0"/>
              <a:t>‹#›</a:t>
            </a:fld>
            <a:endParaRPr lang="en-US" dirty="0"/>
          </a:p>
        </p:txBody>
      </p:sp>
    </p:spTree>
    <p:extLst>
      <p:ext uri="{BB962C8B-B14F-4D97-AF65-F5344CB8AC3E}">
        <p14:creationId xmlns:p14="http://schemas.microsoft.com/office/powerpoint/2010/main" val="2483067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name is Roxanne Prajapati and, I will be presenting my analysis of the Beijing Air Quality dataset. This analysis focuses on understanding pollution patterns across different stations and identifying key insights from the data.</a:t>
            </a:r>
          </a:p>
        </p:txBody>
      </p:sp>
      <p:sp>
        <p:nvSpPr>
          <p:cNvPr id="4" name="Slide Number Placeholder 3"/>
          <p:cNvSpPr>
            <a:spLocks noGrp="1"/>
          </p:cNvSpPr>
          <p:nvPr>
            <p:ph type="sldNum" sz="quarter" idx="5"/>
          </p:nvPr>
        </p:nvSpPr>
        <p:spPr/>
        <p:txBody>
          <a:bodyPr/>
          <a:lstStyle/>
          <a:p>
            <a:fld id="{7EB040C8-62D2-4EA7-B200-D3B8C06AAFD8}" type="slidenum">
              <a:rPr lang="en-US" smtClean="0"/>
              <a:t>1</a:t>
            </a:fld>
            <a:endParaRPr lang="en-US" dirty="0"/>
          </a:p>
        </p:txBody>
      </p:sp>
    </p:spTree>
    <p:extLst>
      <p:ext uri="{BB962C8B-B14F-4D97-AF65-F5344CB8AC3E}">
        <p14:creationId xmlns:p14="http://schemas.microsoft.com/office/powerpoint/2010/main" val="42672517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from the Beijing Multi-Site Air Quality dataset from UCI.</a:t>
            </a:r>
            <a:br>
              <a:rPr lang="en-US" dirty="0"/>
            </a:br>
            <a:r>
              <a:rPr lang="en-US" dirty="0"/>
              <a:t>It contains hourly air quality data from March 2013 to February 2017.</a:t>
            </a:r>
            <a:br>
              <a:rPr lang="en-US" dirty="0"/>
            </a:br>
            <a:r>
              <a:rPr lang="en-US" dirty="0"/>
              <a:t>The data comes from 12 monitoring stations across Beijing, such as </a:t>
            </a:r>
            <a:r>
              <a:rPr lang="en-US" dirty="0" err="1"/>
              <a:t>Aotizhongxin</a:t>
            </a:r>
            <a:r>
              <a:rPr lang="en-US" dirty="0"/>
              <a:t>, </a:t>
            </a:r>
            <a:r>
              <a:rPr lang="en-US" dirty="0" err="1"/>
              <a:t>Dongsi</a:t>
            </a:r>
            <a:r>
              <a:rPr lang="en-US" dirty="0"/>
              <a:t>, and </a:t>
            </a:r>
            <a:r>
              <a:rPr lang="en-US" dirty="0" err="1"/>
              <a:t>Tiantan</a:t>
            </a:r>
            <a:r>
              <a:rPr lang="en-US" dirty="0"/>
              <a:t>.</a:t>
            </a:r>
            <a:br>
              <a:rPr lang="en-US" dirty="0"/>
            </a:br>
            <a:r>
              <a:rPr lang="en-US" dirty="0"/>
              <a:t>It includes pollution variables like PM2.5 and weather data.</a:t>
            </a:r>
          </a:p>
          <a:p>
            <a:endParaRPr lang="en-US" dirty="0"/>
          </a:p>
          <a:p>
            <a:r>
              <a:rPr lang="en-US" dirty="0"/>
              <a:t>Next, I will explain how the data was prepared before the analysis.</a:t>
            </a:r>
          </a:p>
        </p:txBody>
      </p:sp>
      <p:sp>
        <p:nvSpPr>
          <p:cNvPr id="4" name="Slide Number Placeholder 3"/>
          <p:cNvSpPr>
            <a:spLocks noGrp="1"/>
          </p:cNvSpPr>
          <p:nvPr>
            <p:ph type="sldNum" sz="quarter" idx="5"/>
          </p:nvPr>
        </p:nvSpPr>
        <p:spPr/>
        <p:txBody>
          <a:bodyPr/>
          <a:lstStyle/>
          <a:p>
            <a:fld id="{7EB040C8-62D2-4EA7-B200-D3B8C06AAFD8}" type="slidenum">
              <a:rPr lang="en-US" smtClean="0"/>
              <a:t>2</a:t>
            </a:fld>
            <a:endParaRPr lang="en-US" dirty="0"/>
          </a:p>
        </p:txBody>
      </p:sp>
    </p:spTree>
    <p:extLst>
      <p:ext uri="{BB962C8B-B14F-4D97-AF65-F5344CB8AC3E}">
        <p14:creationId xmlns:p14="http://schemas.microsoft.com/office/powerpoint/2010/main" val="30008053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First, I </a:t>
            </a:r>
            <a:r>
              <a:rPr kumimoji="0" lang="en-US" sz="1200" b="0" i="0" u="none" strike="noStrike" cap="none" normalizeH="0" baseline="0" dirty="0">
                <a:ln>
                  <a:noFill/>
                </a:ln>
                <a:solidFill>
                  <a:schemeClr val="tx1"/>
                </a:solidFill>
                <a:effectLst/>
              </a:rPr>
              <a:t>e</a:t>
            </a:r>
            <a:r>
              <a:rPr kumimoji="0" lang="en-US" altLang="en-US" sz="1200" b="0" i="0" u="none" strike="noStrike" cap="none" normalizeH="0" baseline="0" dirty="0">
                <a:ln>
                  <a:noFill/>
                </a:ln>
                <a:solidFill>
                  <a:schemeClr val="tx1"/>
                </a:solidFill>
                <a:effectLst/>
              </a:rPr>
              <a:t>xcluded unrelated(noise) files</a:t>
            </a:r>
          </a:p>
          <a:p>
            <a:r>
              <a:rPr lang="en-US" dirty="0"/>
              <a:t>Then I combined all CSV files into one dataset.</a:t>
            </a:r>
            <a:br>
              <a:rPr lang="en-US" dirty="0"/>
            </a:br>
            <a:r>
              <a:rPr lang="en-US" dirty="0"/>
              <a:t>I created a datetime column using year, month, day, and hour.</a:t>
            </a:r>
            <a:br>
              <a:rPr lang="en-US" dirty="0"/>
            </a:br>
            <a:r>
              <a:rPr lang="en-US" dirty="0"/>
              <a:t>I sorted the data by station and time to keep it in order.</a:t>
            </a:r>
            <a:br>
              <a:rPr lang="en-US" dirty="0"/>
            </a:br>
            <a:r>
              <a:rPr lang="en-US" dirty="0"/>
              <a:t>Missing values were filled using forward-fill and backfill.</a:t>
            </a:r>
            <a:br>
              <a:rPr lang="en-US" dirty="0"/>
            </a:br>
            <a:r>
              <a:rPr lang="en-US" dirty="0"/>
              <a:t>Finally, duplicate rows were removed.</a:t>
            </a:r>
          </a:p>
        </p:txBody>
      </p:sp>
      <p:sp>
        <p:nvSpPr>
          <p:cNvPr id="4" name="Slide Number Placeholder 3"/>
          <p:cNvSpPr>
            <a:spLocks noGrp="1"/>
          </p:cNvSpPr>
          <p:nvPr>
            <p:ph type="sldNum" sz="quarter" idx="5"/>
          </p:nvPr>
        </p:nvSpPr>
        <p:spPr/>
        <p:txBody>
          <a:bodyPr/>
          <a:lstStyle/>
          <a:p>
            <a:fld id="{7EB040C8-62D2-4EA7-B200-D3B8C06AAFD8}" type="slidenum">
              <a:rPr lang="en-US" smtClean="0"/>
              <a:t>3</a:t>
            </a:fld>
            <a:endParaRPr lang="en-US" dirty="0"/>
          </a:p>
        </p:txBody>
      </p:sp>
    </p:spTree>
    <p:extLst>
      <p:ext uri="{BB962C8B-B14F-4D97-AF65-F5344CB8AC3E}">
        <p14:creationId xmlns:p14="http://schemas.microsoft.com/office/powerpoint/2010/main" val="27609053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preparing the data, I started analyzing it. The first finding is about PM2.5 variation.</a:t>
            </a:r>
          </a:p>
        </p:txBody>
      </p:sp>
      <p:sp>
        <p:nvSpPr>
          <p:cNvPr id="4" name="Slide Number Placeholder 3"/>
          <p:cNvSpPr>
            <a:spLocks noGrp="1"/>
          </p:cNvSpPr>
          <p:nvPr>
            <p:ph type="sldNum" sz="quarter" idx="5"/>
          </p:nvPr>
        </p:nvSpPr>
        <p:spPr/>
        <p:txBody>
          <a:bodyPr/>
          <a:lstStyle/>
          <a:p>
            <a:fld id="{7EB040C8-62D2-4EA7-B200-D3B8C06AAFD8}" type="slidenum">
              <a:rPr lang="en-US" smtClean="0"/>
              <a:t>4</a:t>
            </a:fld>
            <a:endParaRPr lang="en-US" dirty="0"/>
          </a:p>
        </p:txBody>
      </p:sp>
    </p:spTree>
    <p:extLst>
      <p:ext uri="{BB962C8B-B14F-4D97-AF65-F5344CB8AC3E}">
        <p14:creationId xmlns:p14="http://schemas.microsoft.com/office/powerpoint/2010/main" val="3117076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analysis, I found that PM2.5 values vary a lot.</a:t>
            </a:r>
            <a:br>
              <a:rPr lang="en-US" dirty="0"/>
            </a:br>
            <a:r>
              <a:rPr lang="en-US" dirty="0"/>
              <a:t>There are some very high values, which means pollution can reach unhealthy levels.</a:t>
            </a:r>
          </a:p>
          <a:p>
            <a:endParaRPr lang="en-US" dirty="0"/>
          </a:p>
          <a:p>
            <a:r>
              <a:rPr lang="en-US" dirty="0"/>
              <a:t>This graph shows the monthly average PM2.5 over time. We can see that the values go up and down, which means air pollution is not stable. There are some periods where the values are very high, which indicates that pollution can reach unhealthy levels.</a:t>
            </a:r>
          </a:p>
        </p:txBody>
      </p:sp>
      <p:sp>
        <p:nvSpPr>
          <p:cNvPr id="4" name="Slide Number Placeholder 3"/>
          <p:cNvSpPr>
            <a:spLocks noGrp="1"/>
          </p:cNvSpPr>
          <p:nvPr>
            <p:ph type="sldNum" sz="quarter" idx="5"/>
          </p:nvPr>
        </p:nvSpPr>
        <p:spPr/>
        <p:txBody>
          <a:bodyPr/>
          <a:lstStyle/>
          <a:p>
            <a:fld id="{7EB040C8-62D2-4EA7-B200-D3B8C06AAFD8}" type="slidenum">
              <a:rPr lang="en-US" smtClean="0"/>
              <a:t>5</a:t>
            </a:fld>
            <a:endParaRPr lang="en-US" dirty="0"/>
          </a:p>
        </p:txBody>
      </p:sp>
    </p:spTree>
    <p:extLst>
      <p:ext uri="{BB962C8B-B14F-4D97-AF65-F5344CB8AC3E}">
        <p14:creationId xmlns:p14="http://schemas.microsoft.com/office/powerpoint/2010/main" val="6226847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also found that pollutant variables like PM10, NO2, and CO are positively related to PM2.5.</a:t>
            </a:r>
          </a:p>
          <a:p>
            <a:endParaRPr lang="en-US" dirty="0"/>
          </a:p>
          <a:p>
            <a:r>
              <a:rPr lang="en-US" dirty="0"/>
              <a:t>This graph shows the relationship between PM2.5 and other pollutants. We can see an upward pattern in all three graphs, which means that as PM10, NO2, and CO increase, PM2.5 also increases. This shows that pollutants are positively related.</a:t>
            </a:r>
          </a:p>
        </p:txBody>
      </p:sp>
      <p:sp>
        <p:nvSpPr>
          <p:cNvPr id="4" name="Slide Number Placeholder 3"/>
          <p:cNvSpPr>
            <a:spLocks noGrp="1"/>
          </p:cNvSpPr>
          <p:nvPr>
            <p:ph type="sldNum" sz="quarter" idx="5"/>
          </p:nvPr>
        </p:nvSpPr>
        <p:spPr/>
        <p:txBody>
          <a:bodyPr/>
          <a:lstStyle/>
          <a:p>
            <a:fld id="{7EB040C8-62D2-4EA7-B200-D3B8C06AAFD8}" type="slidenum">
              <a:rPr lang="en-US" smtClean="0"/>
              <a:t>6</a:t>
            </a:fld>
            <a:endParaRPr lang="en-US" dirty="0"/>
          </a:p>
        </p:txBody>
      </p:sp>
    </p:spTree>
    <p:extLst>
      <p:ext uri="{BB962C8B-B14F-4D97-AF65-F5344CB8AC3E}">
        <p14:creationId xmlns:p14="http://schemas.microsoft.com/office/powerpoint/2010/main" val="399762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finding is that pollution levels are different across stations.</a:t>
            </a:r>
          </a:p>
          <a:p>
            <a:endParaRPr lang="en-US" dirty="0"/>
          </a:p>
          <a:p>
            <a:r>
              <a:rPr lang="en-US" dirty="0"/>
              <a:t>This graph shows the average PM2.5 for each station. We can see that some stations have higher values than others, which means pollution levels vary depending on location.</a:t>
            </a:r>
          </a:p>
        </p:txBody>
      </p:sp>
      <p:sp>
        <p:nvSpPr>
          <p:cNvPr id="4" name="Slide Number Placeholder 3"/>
          <p:cNvSpPr>
            <a:spLocks noGrp="1"/>
          </p:cNvSpPr>
          <p:nvPr>
            <p:ph type="sldNum" sz="quarter" idx="5"/>
          </p:nvPr>
        </p:nvSpPr>
        <p:spPr/>
        <p:txBody>
          <a:bodyPr/>
          <a:lstStyle/>
          <a:p>
            <a:fld id="{7EB040C8-62D2-4EA7-B200-D3B8C06AAFD8}" type="slidenum">
              <a:rPr lang="en-US" smtClean="0"/>
              <a:t>7</a:t>
            </a:fld>
            <a:endParaRPr lang="en-US" dirty="0"/>
          </a:p>
        </p:txBody>
      </p:sp>
    </p:spTree>
    <p:extLst>
      <p:ext uri="{BB962C8B-B14F-4D97-AF65-F5344CB8AC3E}">
        <p14:creationId xmlns:p14="http://schemas.microsoft.com/office/powerpoint/2010/main" val="36847895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air pollution changes over time and also varies depending on the location. Some stations have higher pollution levels than others, and there are periods where pollution becomes very </a:t>
            </a:r>
            <a:r>
              <a:rPr lang="en-US"/>
              <a:t>high.</a:t>
            </a:r>
          </a:p>
          <a:p>
            <a:endParaRPr lang="en-US" dirty="0"/>
          </a:p>
          <a:p>
            <a:r>
              <a:rPr lang="en-US" dirty="0"/>
              <a:t>The analysis also shows that multiple factors affect PM2.5 levels, especially other pollutants like PM10, NO2, and CO, which tend to increase together.</a:t>
            </a:r>
          </a:p>
          <a:p>
            <a:r>
              <a:rPr lang="en-US" dirty="0"/>
              <a:t>Overall, this analysis helps us better understand how air quality behaves and shows that pollution is influenced by both time and location.</a:t>
            </a:r>
          </a:p>
        </p:txBody>
      </p:sp>
      <p:sp>
        <p:nvSpPr>
          <p:cNvPr id="4" name="Slide Number Placeholder 3"/>
          <p:cNvSpPr>
            <a:spLocks noGrp="1"/>
          </p:cNvSpPr>
          <p:nvPr>
            <p:ph type="sldNum" sz="quarter" idx="5"/>
          </p:nvPr>
        </p:nvSpPr>
        <p:spPr/>
        <p:txBody>
          <a:bodyPr/>
          <a:lstStyle/>
          <a:p>
            <a:fld id="{7EB040C8-62D2-4EA7-B200-D3B8C06AAFD8}" type="slidenum">
              <a:rPr lang="en-US" smtClean="0"/>
              <a:t>8</a:t>
            </a:fld>
            <a:endParaRPr lang="en-US" dirty="0"/>
          </a:p>
        </p:txBody>
      </p:sp>
    </p:spTree>
    <p:extLst>
      <p:ext uri="{BB962C8B-B14F-4D97-AF65-F5344CB8AC3E}">
        <p14:creationId xmlns:p14="http://schemas.microsoft.com/office/powerpoint/2010/main" val="18538956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B040C8-62D2-4EA7-B200-D3B8C06AAFD8}" type="slidenum">
              <a:rPr lang="en-US" smtClean="0"/>
              <a:t>9</a:t>
            </a:fld>
            <a:endParaRPr lang="en-US" dirty="0"/>
          </a:p>
        </p:txBody>
      </p:sp>
    </p:spTree>
    <p:extLst>
      <p:ext uri="{BB962C8B-B14F-4D97-AF65-F5344CB8AC3E}">
        <p14:creationId xmlns:p14="http://schemas.microsoft.com/office/powerpoint/2010/main" val="4203997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1">
            <a:lumMod val="95000"/>
          </a:schemeClr>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8A66DDD-7D9C-9641-30E9-932C5FD2DAE5}"/>
              </a:ext>
              <a:ext uri="{C183D7F6-B498-43B3-948B-1728B52AA6E4}">
                <adec:decorative xmlns:adec="http://schemas.microsoft.com/office/drawing/2017/decorative" val="1"/>
              </a:ext>
            </a:extLst>
          </p:cNvPr>
          <p:cNvSpPr/>
          <p:nvPr userDrawn="1"/>
        </p:nvSpPr>
        <p:spPr>
          <a:xfrm>
            <a:off x="9683715" y="0"/>
            <a:ext cx="2497331"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4F640F8B-6B6E-1B1A-7CC7-F44CB188B411}"/>
              </a:ext>
              <a:ext uri="{C183D7F6-B498-43B3-948B-1728B52AA6E4}">
                <adec:decorative xmlns:adec="http://schemas.microsoft.com/office/drawing/2017/decorative" val="1"/>
              </a:ext>
            </a:extLst>
          </p:cNvPr>
          <p:cNvSpPr/>
          <p:nvPr userDrawn="1"/>
        </p:nvSpPr>
        <p:spPr>
          <a:xfrm>
            <a:off x="0" y="0"/>
            <a:ext cx="2527294"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17EEDCF-A8F9-709D-CE34-6E183D26C2C2}"/>
              </a:ext>
            </a:extLst>
          </p:cNvPr>
          <p:cNvSpPr>
            <a:spLocks noGrp="1"/>
          </p:cNvSpPr>
          <p:nvPr>
            <p:ph type="title" hasCustomPrompt="1"/>
          </p:nvPr>
        </p:nvSpPr>
        <p:spPr>
          <a:xfrm>
            <a:off x="2527301" y="1748633"/>
            <a:ext cx="7156415" cy="3360734"/>
          </a:xfrm>
        </p:spPr>
        <p:txBody>
          <a:bodyPr tIns="0" bIns="0" anchor="ctr">
            <a:noAutofit/>
          </a:bodyPr>
          <a:lstStyle>
            <a:lvl1pPr algn="ctr">
              <a:defRPr sz="5400">
                <a:solidFill>
                  <a:schemeClr val="tx2"/>
                </a:solidFill>
              </a:defRPr>
            </a:lvl1pPr>
          </a:lstStyle>
          <a:p>
            <a:r>
              <a:rPr lang="en-US" dirty="0"/>
              <a:t>Click to Add title</a:t>
            </a:r>
          </a:p>
        </p:txBody>
      </p:sp>
      <p:sp>
        <p:nvSpPr>
          <p:cNvPr id="5" name="Rectangle 4">
            <a:extLst>
              <a:ext uri="{FF2B5EF4-FFF2-40B4-BE49-F238E27FC236}">
                <a16:creationId xmlns:a16="http://schemas.microsoft.com/office/drawing/2014/main" id="{9294B31B-4290-C588-1212-26E6B428FDF5}"/>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C859A209-D12B-6E67-931A-5CB9E71100EC}"/>
              </a:ext>
              <a:ext uri="{C183D7F6-B498-43B3-948B-1728B52AA6E4}">
                <adec:decorative xmlns:adec="http://schemas.microsoft.com/office/drawing/2017/decorative" val="1"/>
              </a:ext>
            </a:extLst>
          </p:cNvPr>
          <p:cNvGrpSpPr/>
          <p:nvPr userDrawn="1"/>
        </p:nvGrpSpPr>
        <p:grpSpPr>
          <a:xfrm>
            <a:off x="1971692" y="254794"/>
            <a:ext cx="8248616" cy="6367462"/>
            <a:chOff x="1689101" y="254794"/>
            <a:chExt cx="8248616" cy="6367462"/>
          </a:xfrm>
        </p:grpSpPr>
        <p:cxnSp>
          <p:nvCxnSpPr>
            <p:cNvPr id="6" name="Straight Connector 5">
              <a:extLst>
                <a:ext uri="{FF2B5EF4-FFF2-40B4-BE49-F238E27FC236}">
                  <a16:creationId xmlns:a16="http://schemas.microsoft.com/office/drawing/2014/main" id="{28628E6D-0C29-7F8E-67C4-175F211E705F}"/>
                </a:ext>
              </a:extLst>
            </p:cNvPr>
            <p:cNvCxnSpPr>
              <a:cxnSpLocks/>
            </p:cNvCxnSpPr>
            <p:nvPr userDrawn="1"/>
          </p:nvCxnSpPr>
          <p:spPr>
            <a:xfrm>
              <a:off x="16891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5D0695C-2845-A017-44FF-AC8172007732}"/>
                </a:ext>
              </a:extLst>
            </p:cNvPr>
            <p:cNvCxnSpPr>
              <a:cxnSpLocks/>
            </p:cNvCxnSpPr>
            <p:nvPr userDrawn="1"/>
          </p:nvCxnSpPr>
          <p:spPr>
            <a:xfrm>
              <a:off x="16891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C4F8C32-8C97-2BA7-D756-712EEDF1439D}"/>
                </a:ext>
              </a:extLst>
            </p:cNvPr>
            <p:cNvCxnSpPr>
              <a:cxnSpLocks/>
            </p:cNvCxnSpPr>
            <p:nvPr userDrawn="1"/>
          </p:nvCxnSpPr>
          <p:spPr>
            <a:xfrm>
              <a:off x="9937717"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A53929D-82C0-204B-3528-E111E5608AE6}"/>
                </a:ext>
              </a:extLst>
            </p:cNvPr>
            <p:cNvCxnSpPr>
              <a:cxnSpLocks/>
            </p:cNvCxnSpPr>
            <p:nvPr userDrawn="1"/>
          </p:nvCxnSpPr>
          <p:spPr>
            <a:xfrm>
              <a:off x="9937717"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DC68DE2F-0A5F-60BA-E2A6-247EF7CB8573}"/>
              </a:ext>
              <a:ext uri="{C183D7F6-B498-43B3-948B-1728B52AA6E4}">
                <adec:decorative xmlns:adec="http://schemas.microsoft.com/office/drawing/2017/decorative" val="1"/>
              </a:ext>
            </a:extLst>
          </p:cNvPr>
          <p:cNvGrpSpPr/>
          <p:nvPr userDrawn="1"/>
        </p:nvGrpSpPr>
        <p:grpSpPr>
          <a:xfrm>
            <a:off x="1971690" y="1543050"/>
            <a:ext cx="8248611" cy="3771900"/>
            <a:chOff x="2517792" y="1651000"/>
            <a:chExt cx="7165925" cy="3771900"/>
          </a:xfrm>
        </p:grpSpPr>
        <p:cxnSp>
          <p:nvCxnSpPr>
            <p:cNvPr id="12" name="Straight Connector 11">
              <a:extLst>
                <a:ext uri="{FF2B5EF4-FFF2-40B4-BE49-F238E27FC236}">
                  <a16:creationId xmlns:a16="http://schemas.microsoft.com/office/drawing/2014/main" id="{D2DE19A1-6F20-44CE-16E6-E01C080DB715}"/>
                </a:ext>
              </a:extLst>
            </p:cNvPr>
            <p:cNvCxnSpPr>
              <a:cxnSpLocks/>
            </p:cNvCxnSpPr>
            <p:nvPr userDrawn="1"/>
          </p:nvCxnSpPr>
          <p:spPr>
            <a:xfrm>
              <a:off x="2527301" y="1651000"/>
              <a:ext cx="7156416" cy="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A302056-7C77-84A9-00C4-C936CDB0EC14}"/>
                </a:ext>
              </a:extLst>
            </p:cNvPr>
            <p:cNvCxnSpPr>
              <a:cxnSpLocks/>
            </p:cNvCxnSpPr>
            <p:nvPr userDrawn="1"/>
          </p:nvCxnSpPr>
          <p:spPr>
            <a:xfrm>
              <a:off x="2517792" y="5422900"/>
              <a:ext cx="7156416" cy="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33199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lumMod val="95000"/>
          </a:schemeClr>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0BCEE60A-6295-FCD1-542F-52EA50B3B4A9}"/>
              </a:ext>
              <a:ext uri="{C183D7F6-B498-43B3-948B-1728B52AA6E4}">
                <adec:decorative xmlns:adec="http://schemas.microsoft.com/office/drawing/2017/decorative" val="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t="1" b="51031"/>
          <a:stretch/>
        </p:blipFill>
        <p:spPr>
          <a:xfrm rot="16200000">
            <a:off x="7083880" y="1749876"/>
            <a:ext cx="6858000" cy="3358241"/>
          </a:xfrm>
          <a:prstGeom prst="rect">
            <a:avLst/>
          </a:prstGeom>
        </p:spPr>
      </p:pic>
      <p:pic>
        <p:nvPicPr>
          <p:cNvPr id="3" name="Graphic 2">
            <a:extLst>
              <a:ext uri="{FF2B5EF4-FFF2-40B4-BE49-F238E27FC236}">
                <a16:creationId xmlns:a16="http://schemas.microsoft.com/office/drawing/2014/main" id="{02E5EBF7-4D05-239B-0B70-F9AD5B569091}"/>
              </a:ext>
              <a:ext uri="{C183D7F6-B498-43B3-948B-1728B52AA6E4}">
                <adec:decorative xmlns:adec="http://schemas.microsoft.com/office/drawing/2017/decorative" val="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b="21667"/>
          <a:stretch/>
        </p:blipFill>
        <p:spPr>
          <a:xfrm rot="5400000">
            <a:off x="-742950" y="742950"/>
            <a:ext cx="6858000" cy="5372100"/>
          </a:xfrm>
          <a:prstGeom prst="rect">
            <a:avLst/>
          </a:prstGeom>
        </p:spPr>
      </p:pic>
      <p:sp>
        <p:nvSpPr>
          <p:cNvPr id="2" name="Title 1">
            <a:extLst>
              <a:ext uri="{FF2B5EF4-FFF2-40B4-BE49-F238E27FC236}">
                <a16:creationId xmlns:a16="http://schemas.microsoft.com/office/drawing/2014/main" id="{D17EEDCF-A8F9-709D-CE34-6E183D26C2C2}"/>
              </a:ext>
            </a:extLst>
          </p:cNvPr>
          <p:cNvSpPr>
            <a:spLocks noGrp="1"/>
          </p:cNvSpPr>
          <p:nvPr>
            <p:ph type="title" hasCustomPrompt="1"/>
          </p:nvPr>
        </p:nvSpPr>
        <p:spPr>
          <a:xfrm rot="16200000">
            <a:off x="-1749423" y="2290758"/>
            <a:ext cx="6276974" cy="2276477"/>
          </a:xfrm>
          <a:effectLst/>
        </p:spPr>
        <p:txBody>
          <a:bodyPr tIns="0" bIns="0" anchor="ctr">
            <a:noAutofit/>
          </a:bodyPr>
          <a:lstStyle>
            <a:lvl1pPr algn="ctr">
              <a:defRPr sz="4000" b="0" cap="all" spc="0" baseline="0">
                <a:solidFill>
                  <a:schemeClr val="tx2"/>
                </a:solidFill>
              </a:defRPr>
            </a:lvl1pPr>
          </a:lstStyle>
          <a:p>
            <a:r>
              <a:rPr lang="en-US" dirty="0"/>
              <a:t>Click to Add title</a:t>
            </a:r>
          </a:p>
        </p:txBody>
      </p:sp>
      <p:sp>
        <p:nvSpPr>
          <p:cNvPr id="5" name="Slide Number Placeholder 4">
            <a:extLst>
              <a:ext uri="{FF2B5EF4-FFF2-40B4-BE49-F238E27FC236}">
                <a16:creationId xmlns:a16="http://schemas.microsoft.com/office/drawing/2014/main" id="{540552D2-6E8F-FBA4-5AAD-121E6FDF38F3}"/>
              </a:ext>
            </a:extLst>
          </p:cNvPr>
          <p:cNvSpPr>
            <a:spLocks noGrp="1"/>
          </p:cNvSpPr>
          <p:nvPr>
            <p:ph type="sldNum" sz="quarter" idx="12"/>
          </p:nvPr>
        </p:nvSpPr>
        <p:spPr>
          <a:xfrm>
            <a:off x="2194590" y="3062287"/>
            <a:ext cx="665421" cy="766763"/>
          </a:xfrm>
          <a:prstGeom prst="rect">
            <a:avLst/>
          </a:prstGeom>
          <a:noFill/>
          <a:effectLst/>
        </p:spPr>
        <p:txBody>
          <a:bodyPr lIns="0" rIns="0"/>
          <a:lstStyle>
            <a:lvl1pPr algn="ctr">
              <a:defRPr lang="en-US" sz="1800" b="1" kern="1200" cap="all" spc="150" baseline="0" smtClean="0">
                <a:solidFill>
                  <a:schemeClr val="tx2"/>
                </a:solidFill>
                <a:latin typeface="+mn-lt"/>
                <a:ea typeface="+mn-ea"/>
                <a:cs typeface="+mn-cs"/>
              </a:defRPr>
            </a:lvl1pPr>
          </a:lstStyle>
          <a:p>
            <a:fld id="{8A7A6979-0714-4377-B894-6BE4C2D6E202}" type="slidenum">
              <a:rPr lang="en-US" smtClean="0"/>
              <a:pPr/>
              <a:t>‹#›</a:t>
            </a:fld>
            <a:endParaRPr lang="en-US" dirty="0"/>
          </a:p>
        </p:txBody>
      </p:sp>
      <p:sp>
        <p:nvSpPr>
          <p:cNvPr id="7" name="Content Placeholder 6">
            <a:extLst>
              <a:ext uri="{FF2B5EF4-FFF2-40B4-BE49-F238E27FC236}">
                <a16:creationId xmlns:a16="http://schemas.microsoft.com/office/drawing/2014/main" id="{1607AAD3-3E7E-4AA4-9B8A-E76C79C5D091}"/>
              </a:ext>
            </a:extLst>
          </p:cNvPr>
          <p:cNvSpPr>
            <a:spLocks noGrp="1"/>
          </p:cNvSpPr>
          <p:nvPr>
            <p:ph sz="quarter" idx="13" hasCustomPrompt="1"/>
          </p:nvPr>
        </p:nvSpPr>
        <p:spPr>
          <a:xfrm>
            <a:off x="5372100" y="892175"/>
            <a:ext cx="3461659" cy="5073650"/>
          </a:xfrm>
          <a:effectLst/>
        </p:spPr>
        <p:txBody>
          <a:bodyPr anchor="ctr">
            <a:normAutofit/>
          </a:bodyPr>
          <a:lstStyle>
            <a:lvl1pPr marL="0" indent="0" algn="ctr">
              <a:spcAft>
                <a:spcPts val="600"/>
              </a:spcAft>
              <a:buNone/>
              <a:defRPr sz="2400">
                <a:solidFill>
                  <a:schemeClr val="tx2"/>
                </a:solidFill>
              </a:defRPr>
            </a:lvl1pPr>
            <a:lvl2pPr marL="228600" indent="0" algn="ctr">
              <a:spcAft>
                <a:spcPts val="600"/>
              </a:spcAft>
              <a:buNone/>
              <a:defRPr sz="2000">
                <a:solidFill>
                  <a:schemeClr val="tx2"/>
                </a:solidFill>
              </a:defRPr>
            </a:lvl2pPr>
            <a:lvl3pPr marL="457200" indent="0" algn="ctr">
              <a:spcAft>
                <a:spcPts val="600"/>
              </a:spcAft>
              <a:buNone/>
              <a:defRPr sz="2000">
                <a:solidFill>
                  <a:schemeClr val="tx2"/>
                </a:solidFill>
              </a:defRPr>
            </a:lvl3pPr>
            <a:lvl4pPr marL="685800" indent="0" algn="ctr">
              <a:spcAft>
                <a:spcPts val="600"/>
              </a:spcAft>
              <a:buNone/>
              <a:defRPr sz="2000">
                <a:solidFill>
                  <a:schemeClr val="tx2"/>
                </a:solidFill>
              </a:defRPr>
            </a:lvl4pPr>
            <a:lvl5pPr marL="914400" indent="0" algn="ctr">
              <a:spcAft>
                <a:spcPts val="600"/>
              </a:spcAft>
              <a:buNone/>
              <a:defRPr sz="20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Rectangle 19">
            <a:extLst>
              <a:ext uri="{FF2B5EF4-FFF2-40B4-BE49-F238E27FC236}">
                <a16:creationId xmlns:a16="http://schemas.microsoft.com/office/drawing/2014/main" id="{9C667425-5376-9A12-6412-4B63AC528F92}"/>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1" name="Straight Connector 20">
            <a:extLst>
              <a:ext uri="{FF2B5EF4-FFF2-40B4-BE49-F238E27FC236}">
                <a16:creationId xmlns:a16="http://schemas.microsoft.com/office/drawing/2014/main" id="{A1CB2DD8-1852-5728-5E46-28CF0864B9BE}"/>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741730C-9E61-193C-BBD3-080BB83366EF}"/>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51411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1">
    <p:bg>
      <p:bgPr>
        <a:solidFill>
          <a:schemeClr val="bg1">
            <a:lumMod val="95000"/>
          </a:schemeClr>
        </a:soli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EE62E882-4E93-85DF-DE0B-6F64263A3BBA}"/>
              </a:ext>
            </a:extLst>
          </p:cNvPr>
          <p:cNvSpPr>
            <a:spLocks noGrp="1"/>
          </p:cNvSpPr>
          <p:nvPr>
            <p:ph type="pic" sz="quarter" idx="10"/>
          </p:nvPr>
        </p:nvSpPr>
        <p:spPr>
          <a:xfrm>
            <a:off x="2" y="0"/>
            <a:ext cx="12191999" cy="6858000"/>
          </a:xfrm>
          <a:custGeom>
            <a:avLst/>
            <a:gdLst>
              <a:gd name="connsiteX0" fmla="*/ 9664698 w 12191999"/>
              <a:gd name="connsiteY0" fmla="*/ 0 h 6858000"/>
              <a:gd name="connsiteX1" fmla="*/ 12191999 w 12191999"/>
              <a:gd name="connsiteY1" fmla="*/ 0 h 6858000"/>
              <a:gd name="connsiteX2" fmla="*/ 12191999 w 12191999"/>
              <a:gd name="connsiteY2" fmla="*/ 6858000 h 6858000"/>
              <a:gd name="connsiteX3" fmla="*/ 9664698 w 12191999"/>
              <a:gd name="connsiteY3" fmla="*/ 6858000 h 6858000"/>
              <a:gd name="connsiteX4" fmla="*/ 0 w 12191999"/>
              <a:gd name="connsiteY4" fmla="*/ 0 h 6858000"/>
              <a:gd name="connsiteX5" fmla="*/ 2551176 w 12191999"/>
              <a:gd name="connsiteY5" fmla="*/ 0 h 6858000"/>
              <a:gd name="connsiteX6" fmla="*/ 2551176 w 12191999"/>
              <a:gd name="connsiteY6" fmla="*/ 6858000 h 6858000"/>
              <a:gd name="connsiteX7" fmla="*/ 0 w 12191999"/>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858000">
                <a:moveTo>
                  <a:pt x="9664698" y="0"/>
                </a:moveTo>
                <a:lnTo>
                  <a:pt x="12191999" y="0"/>
                </a:lnTo>
                <a:lnTo>
                  <a:pt x="12191999" y="6858000"/>
                </a:lnTo>
                <a:lnTo>
                  <a:pt x="9664698" y="6858000"/>
                </a:lnTo>
                <a:close/>
                <a:moveTo>
                  <a:pt x="0" y="0"/>
                </a:moveTo>
                <a:lnTo>
                  <a:pt x="2551176" y="0"/>
                </a:lnTo>
                <a:lnTo>
                  <a:pt x="2551176" y="6858000"/>
                </a:lnTo>
                <a:lnTo>
                  <a:pt x="0" y="6858000"/>
                </a:lnTo>
                <a:close/>
              </a:path>
            </a:pathLst>
          </a:custGeom>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D17EEDCF-A8F9-709D-CE34-6E183D26C2C2}"/>
              </a:ext>
            </a:extLst>
          </p:cNvPr>
          <p:cNvSpPr>
            <a:spLocks noGrp="1"/>
          </p:cNvSpPr>
          <p:nvPr>
            <p:ph type="title" hasCustomPrompt="1"/>
          </p:nvPr>
        </p:nvSpPr>
        <p:spPr>
          <a:xfrm>
            <a:off x="2527301" y="1747287"/>
            <a:ext cx="7156415" cy="3363427"/>
          </a:xfrm>
        </p:spPr>
        <p:txBody>
          <a:bodyPr tIns="0" bIns="0" anchor="ctr">
            <a:noAutofit/>
          </a:bodyPr>
          <a:lstStyle>
            <a:lvl1pPr algn="ctr">
              <a:defRPr sz="4400">
                <a:solidFill>
                  <a:schemeClr val="tx2"/>
                </a:solidFill>
              </a:defRPr>
            </a:lvl1pPr>
          </a:lstStyle>
          <a:p>
            <a:r>
              <a:rPr lang="en-US" dirty="0"/>
              <a:t>Click to Add title</a:t>
            </a:r>
          </a:p>
        </p:txBody>
      </p:sp>
    </p:spTree>
    <p:extLst>
      <p:ext uri="{BB962C8B-B14F-4D97-AF65-F5344CB8AC3E}">
        <p14:creationId xmlns:p14="http://schemas.microsoft.com/office/powerpoint/2010/main" val="1254760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2">
    <p:bg>
      <p:bgPr>
        <a:solidFill>
          <a:schemeClr val="bg1">
            <a:lumMod val="95000"/>
          </a:schemeClr>
        </a:solidFill>
        <a:effectLst/>
      </p:bgPr>
    </p:bg>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FCB7CBB1-8DA1-E416-2554-28C331D0AF54}"/>
              </a:ext>
              <a:ext uri="{C183D7F6-B498-43B3-948B-1728B52AA6E4}">
                <adec:decorative xmlns:adec="http://schemas.microsoft.com/office/drawing/2017/decorative" val="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t="1" b="47888"/>
          <a:stretch/>
        </p:blipFill>
        <p:spPr>
          <a:xfrm rot="16200000">
            <a:off x="6976110" y="1642110"/>
            <a:ext cx="6858000" cy="3573780"/>
          </a:xfrm>
          <a:prstGeom prst="rect">
            <a:avLst/>
          </a:prstGeom>
        </p:spPr>
      </p:pic>
      <p:pic>
        <p:nvPicPr>
          <p:cNvPr id="13" name="Graphic 12">
            <a:extLst>
              <a:ext uri="{FF2B5EF4-FFF2-40B4-BE49-F238E27FC236}">
                <a16:creationId xmlns:a16="http://schemas.microsoft.com/office/drawing/2014/main" id="{1E442E8B-94A4-D6CF-E77C-A046400CB56F}"/>
              </a:ext>
              <a:ext uri="{C183D7F6-B498-43B3-948B-1728B52AA6E4}">
                <adec:decorative xmlns:adec="http://schemas.microsoft.com/office/drawing/2017/decorative" val="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t="1" b="47888"/>
          <a:stretch/>
        </p:blipFill>
        <p:spPr>
          <a:xfrm rot="5400000">
            <a:off x="-1718310" y="1646872"/>
            <a:ext cx="6858000" cy="3573780"/>
          </a:xfrm>
          <a:prstGeom prst="rect">
            <a:avLst/>
          </a:prstGeom>
        </p:spPr>
      </p:pic>
      <p:sp>
        <p:nvSpPr>
          <p:cNvPr id="5" name="Rectangle 4">
            <a:extLst>
              <a:ext uri="{FF2B5EF4-FFF2-40B4-BE49-F238E27FC236}">
                <a16:creationId xmlns:a16="http://schemas.microsoft.com/office/drawing/2014/main" id="{9294B31B-4290-C588-1212-26E6B428FDF5}"/>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cxnSp>
        <p:nvCxnSpPr>
          <p:cNvPr id="6" name="Straight Connector 5">
            <a:extLst>
              <a:ext uri="{FF2B5EF4-FFF2-40B4-BE49-F238E27FC236}">
                <a16:creationId xmlns:a16="http://schemas.microsoft.com/office/drawing/2014/main" id="{28628E6D-0C29-7F8E-67C4-175F211E705F}"/>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5D0695C-2845-A017-44FF-AC8172007732}"/>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C4F8C32-8C97-2BA7-D756-712EEDF1439D}"/>
              </a:ext>
              <a:ext uri="{C183D7F6-B498-43B3-948B-1728B52AA6E4}">
                <adec:decorative xmlns:adec="http://schemas.microsoft.com/office/drawing/2017/decorative" val="1"/>
              </a:ext>
            </a:extLst>
          </p:cNvPr>
          <p:cNvCxnSpPr>
            <a:cxnSpLocks/>
          </p:cNvCxnSpPr>
          <p:nvPr userDrawn="1"/>
        </p:nvCxnSpPr>
        <p:spPr>
          <a:xfrm>
            <a:off x="9683717"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A53929D-82C0-204B-3528-E111E5608AE6}"/>
              </a:ext>
              <a:ext uri="{C183D7F6-B498-43B3-948B-1728B52AA6E4}">
                <adec:decorative xmlns:adec="http://schemas.microsoft.com/office/drawing/2017/decorative" val="1"/>
              </a:ext>
            </a:extLst>
          </p:cNvPr>
          <p:cNvCxnSpPr>
            <a:cxnSpLocks/>
          </p:cNvCxnSpPr>
          <p:nvPr userDrawn="1"/>
        </p:nvCxnSpPr>
        <p:spPr>
          <a:xfrm>
            <a:off x="9683717"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DC68DE2F-0A5F-60BA-E2A6-247EF7CB8573}"/>
              </a:ext>
              <a:ext uri="{C183D7F6-B498-43B3-948B-1728B52AA6E4}">
                <adec:decorative xmlns:adec="http://schemas.microsoft.com/office/drawing/2017/decorative" val="1"/>
              </a:ext>
            </a:extLst>
          </p:cNvPr>
          <p:cNvGrpSpPr/>
          <p:nvPr userDrawn="1"/>
        </p:nvGrpSpPr>
        <p:grpSpPr>
          <a:xfrm>
            <a:off x="2517792" y="1543050"/>
            <a:ext cx="7165925" cy="3771900"/>
            <a:chOff x="2517792" y="1651000"/>
            <a:chExt cx="7165925" cy="3771900"/>
          </a:xfrm>
        </p:grpSpPr>
        <p:cxnSp>
          <p:nvCxnSpPr>
            <p:cNvPr id="12" name="Straight Connector 11">
              <a:extLst>
                <a:ext uri="{FF2B5EF4-FFF2-40B4-BE49-F238E27FC236}">
                  <a16:creationId xmlns:a16="http://schemas.microsoft.com/office/drawing/2014/main" id="{D2DE19A1-6F20-44CE-16E6-E01C080DB715}"/>
                </a:ext>
              </a:extLst>
            </p:cNvPr>
            <p:cNvCxnSpPr>
              <a:cxnSpLocks/>
            </p:cNvCxnSpPr>
            <p:nvPr userDrawn="1"/>
          </p:nvCxnSpPr>
          <p:spPr>
            <a:xfrm>
              <a:off x="2527301" y="1651000"/>
              <a:ext cx="7156416" cy="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A302056-7C77-84A9-00C4-C936CDB0EC14}"/>
                </a:ext>
              </a:extLst>
            </p:cNvPr>
            <p:cNvCxnSpPr>
              <a:cxnSpLocks/>
            </p:cNvCxnSpPr>
            <p:nvPr userDrawn="1"/>
          </p:nvCxnSpPr>
          <p:spPr>
            <a:xfrm>
              <a:off x="2517792" y="5422900"/>
              <a:ext cx="7156416" cy="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17EEDCF-A8F9-709D-CE34-6E183D26C2C2}"/>
              </a:ext>
            </a:extLst>
          </p:cNvPr>
          <p:cNvSpPr>
            <a:spLocks noGrp="1"/>
          </p:cNvSpPr>
          <p:nvPr>
            <p:ph type="title"/>
          </p:nvPr>
        </p:nvSpPr>
        <p:spPr>
          <a:xfrm>
            <a:off x="2527301" y="1786422"/>
            <a:ext cx="7156415" cy="2260117"/>
          </a:xfrm>
        </p:spPr>
        <p:txBody>
          <a:bodyPr tIns="0" bIns="0" anchor="b">
            <a:noAutofit/>
          </a:bodyPr>
          <a:lstStyle>
            <a:lvl1pPr algn="ctr">
              <a:defRPr sz="4400">
                <a:solidFill>
                  <a:schemeClr val="tx2"/>
                </a:solidFill>
              </a:defRPr>
            </a:lvl1pPr>
          </a:lstStyle>
          <a:p>
            <a:r>
              <a:rPr lang="en-US"/>
              <a:t>Click to edit Master title style</a:t>
            </a:r>
            <a:endParaRPr lang="en-US" dirty="0"/>
          </a:p>
        </p:txBody>
      </p:sp>
      <p:sp>
        <p:nvSpPr>
          <p:cNvPr id="3" name="Text Placeholder 3">
            <a:extLst>
              <a:ext uri="{FF2B5EF4-FFF2-40B4-BE49-F238E27FC236}">
                <a16:creationId xmlns:a16="http://schemas.microsoft.com/office/drawing/2014/main" id="{CC0E72D9-C2D7-3452-FBEB-5506D3211809}"/>
              </a:ext>
            </a:extLst>
          </p:cNvPr>
          <p:cNvSpPr>
            <a:spLocks noGrp="1"/>
          </p:cNvSpPr>
          <p:nvPr>
            <p:ph type="body" sz="quarter" idx="15" hasCustomPrompt="1"/>
          </p:nvPr>
        </p:nvSpPr>
        <p:spPr>
          <a:xfrm>
            <a:off x="2527299" y="4145100"/>
            <a:ext cx="7137395" cy="735012"/>
          </a:xfrm>
        </p:spPr>
        <p:txBody>
          <a:bodyPr anchor="ctr">
            <a:normAutofit/>
          </a:bodyPr>
          <a:lstStyle>
            <a:lvl1pPr marL="0" indent="0" algn="ctr">
              <a:buNone/>
              <a:defRPr sz="2400">
                <a:solidFill>
                  <a:schemeClr val="tx2"/>
                </a:solidFill>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dirty="0"/>
              <a:t>Click to add subtitle</a:t>
            </a:r>
          </a:p>
        </p:txBody>
      </p:sp>
    </p:spTree>
    <p:extLst>
      <p:ext uri="{BB962C8B-B14F-4D97-AF65-F5344CB8AC3E}">
        <p14:creationId xmlns:p14="http://schemas.microsoft.com/office/powerpoint/2010/main" val="3488264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bg>
      <p:bgPr>
        <a:solidFill>
          <a:schemeClr val="bg1">
            <a:lumMod val="95000"/>
          </a:schemeClr>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6617646-6AF6-94B0-E660-98BCAC61F95F}"/>
              </a:ext>
              <a:ext uri="{C183D7F6-B498-43B3-948B-1728B52AA6E4}">
                <adec:decorative xmlns:adec="http://schemas.microsoft.com/office/drawing/2017/decorative" val="1"/>
              </a:ext>
            </a:extLst>
          </p:cNvPr>
          <p:cNvSpPr/>
          <p:nvPr userDrawn="1"/>
        </p:nvSpPr>
        <p:spPr>
          <a:xfrm>
            <a:off x="1" y="0"/>
            <a:ext cx="4405568" cy="685800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17EEDCF-A8F9-709D-CE34-6E183D26C2C2}"/>
              </a:ext>
            </a:extLst>
          </p:cNvPr>
          <p:cNvSpPr>
            <a:spLocks noGrp="1"/>
          </p:cNvSpPr>
          <p:nvPr>
            <p:ph type="title" hasCustomPrompt="1"/>
          </p:nvPr>
        </p:nvSpPr>
        <p:spPr>
          <a:xfrm rot="16200000">
            <a:off x="-1749423" y="2290758"/>
            <a:ext cx="6276974" cy="2276477"/>
          </a:xfrm>
          <a:effectLst/>
        </p:spPr>
        <p:txBody>
          <a:bodyPr tIns="0" bIns="0" anchor="ctr">
            <a:noAutofit/>
          </a:bodyPr>
          <a:lstStyle>
            <a:lvl1pPr algn="ctr">
              <a:defRPr sz="4000" b="0" cap="all" spc="0" baseline="0">
                <a:solidFill>
                  <a:schemeClr val="tx2"/>
                </a:solidFill>
              </a:defRPr>
            </a:lvl1pPr>
          </a:lstStyle>
          <a:p>
            <a:r>
              <a:rPr lang="en-US" dirty="0"/>
              <a:t>Click to Add title</a:t>
            </a:r>
          </a:p>
        </p:txBody>
      </p:sp>
      <p:sp>
        <p:nvSpPr>
          <p:cNvPr id="5" name="Slide Number Placeholder 4">
            <a:extLst>
              <a:ext uri="{FF2B5EF4-FFF2-40B4-BE49-F238E27FC236}">
                <a16:creationId xmlns:a16="http://schemas.microsoft.com/office/drawing/2014/main" id="{540552D2-6E8F-FBA4-5AAD-121E6FDF38F3}"/>
              </a:ext>
            </a:extLst>
          </p:cNvPr>
          <p:cNvSpPr>
            <a:spLocks noGrp="1"/>
          </p:cNvSpPr>
          <p:nvPr>
            <p:ph type="sldNum" sz="quarter" idx="12"/>
          </p:nvPr>
        </p:nvSpPr>
        <p:spPr>
          <a:xfrm>
            <a:off x="2194590" y="3062287"/>
            <a:ext cx="665421" cy="766763"/>
          </a:xfrm>
          <a:prstGeom prst="rect">
            <a:avLst/>
          </a:prstGeom>
          <a:noFill/>
          <a:effectLst/>
        </p:spPr>
        <p:txBody>
          <a:bodyPr lIns="0" rIns="0"/>
          <a:lstStyle>
            <a:lvl1pPr algn="ctr">
              <a:defRPr lang="en-US" sz="1800" b="1" kern="1200" cap="all" spc="150" baseline="0" smtClean="0">
                <a:solidFill>
                  <a:schemeClr val="tx2"/>
                </a:solidFill>
                <a:latin typeface="+mn-lt"/>
                <a:ea typeface="+mn-ea"/>
                <a:cs typeface="+mn-cs"/>
              </a:defRPr>
            </a:lvl1pPr>
          </a:lstStyle>
          <a:p>
            <a:fld id="{8A7A6979-0714-4377-B894-6BE4C2D6E202}" type="slidenum">
              <a:rPr lang="en-US" smtClean="0"/>
              <a:pPr/>
              <a:t>‹#›</a:t>
            </a:fld>
            <a:endParaRPr lang="en-US" dirty="0"/>
          </a:p>
        </p:txBody>
      </p:sp>
      <p:sp>
        <p:nvSpPr>
          <p:cNvPr id="7" name="Content Placeholder 6">
            <a:extLst>
              <a:ext uri="{FF2B5EF4-FFF2-40B4-BE49-F238E27FC236}">
                <a16:creationId xmlns:a16="http://schemas.microsoft.com/office/drawing/2014/main" id="{1607AAD3-3E7E-4AA4-9B8A-E76C79C5D091}"/>
              </a:ext>
            </a:extLst>
          </p:cNvPr>
          <p:cNvSpPr>
            <a:spLocks noGrp="1"/>
          </p:cNvSpPr>
          <p:nvPr>
            <p:ph sz="quarter" idx="13" hasCustomPrompt="1"/>
          </p:nvPr>
        </p:nvSpPr>
        <p:spPr>
          <a:xfrm>
            <a:off x="4851400" y="892175"/>
            <a:ext cx="6617592" cy="5073650"/>
          </a:xfrm>
          <a:effectLst/>
        </p:spPr>
        <p:txBody>
          <a:bodyPr anchor="ctr">
            <a:normAutofit/>
          </a:bodyPr>
          <a:lstStyle>
            <a:lvl1pPr marL="0" indent="0" algn="l">
              <a:spcAft>
                <a:spcPts val="1200"/>
              </a:spcAft>
              <a:buNone/>
              <a:defRPr sz="1800">
                <a:solidFill>
                  <a:schemeClr val="tx2"/>
                </a:solidFill>
              </a:defRPr>
            </a:lvl1pPr>
            <a:lvl2pPr marL="228600" indent="0" algn="l">
              <a:spcAft>
                <a:spcPts val="1200"/>
              </a:spcAft>
              <a:buNone/>
              <a:defRPr sz="1800">
                <a:solidFill>
                  <a:schemeClr val="tx2"/>
                </a:solidFill>
              </a:defRPr>
            </a:lvl2pPr>
            <a:lvl3pPr marL="457200" indent="0" algn="l">
              <a:spcAft>
                <a:spcPts val="1200"/>
              </a:spcAft>
              <a:buNone/>
              <a:defRPr sz="1800">
                <a:solidFill>
                  <a:schemeClr val="tx2"/>
                </a:solidFill>
              </a:defRPr>
            </a:lvl3pPr>
            <a:lvl4pPr marL="685800" indent="0" algn="l">
              <a:spcAft>
                <a:spcPts val="1200"/>
              </a:spcAft>
              <a:buNone/>
              <a:defRPr sz="1800">
                <a:solidFill>
                  <a:schemeClr val="tx2"/>
                </a:solidFill>
              </a:defRPr>
            </a:lvl4pPr>
            <a:lvl5pPr marL="914400" indent="0" algn="l">
              <a:spcAft>
                <a:spcPts val="1200"/>
              </a:spcAft>
              <a:buNone/>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Rectangle 19">
            <a:extLst>
              <a:ext uri="{FF2B5EF4-FFF2-40B4-BE49-F238E27FC236}">
                <a16:creationId xmlns:a16="http://schemas.microsoft.com/office/drawing/2014/main" id="{9C667425-5376-9A12-6412-4B63AC528F92}"/>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1" name="Straight Connector 20">
            <a:extLst>
              <a:ext uri="{FF2B5EF4-FFF2-40B4-BE49-F238E27FC236}">
                <a16:creationId xmlns:a16="http://schemas.microsoft.com/office/drawing/2014/main" id="{A1CB2DD8-1852-5728-5E46-28CF0864B9BE}"/>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741730C-9E61-193C-BBD3-080BB83366EF}"/>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8816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3">
    <p:bg>
      <p:bgPr>
        <a:solidFill>
          <a:schemeClr val="bg1">
            <a:lumMod val="95000"/>
          </a:schemeClr>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9177A207-9B85-52B8-8ED0-3616C76742AD}"/>
              </a:ext>
            </a:extLst>
          </p:cNvPr>
          <p:cNvSpPr>
            <a:spLocks noGrp="1"/>
          </p:cNvSpPr>
          <p:nvPr>
            <p:ph type="pic" sz="quarter" idx="16"/>
          </p:nvPr>
        </p:nvSpPr>
        <p:spPr>
          <a:xfrm>
            <a:off x="0" y="0"/>
            <a:ext cx="12192000" cy="6858000"/>
          </a:xfrm>
          <a:custGeom>
            <a:avLst/>
            <a:gdLst>
              <a:gd name="connsiteX0" fmla="*/ 0 w 12192000"/>
              <a:gd name="connsiteY0" fmla="*/ 3086100 h 6858000"/>
              <a:gd name="connsiteX1" fmla="*/ 4375405 w 12192000"/>
              <a:gd name="connsiteY1" fmla="*/ 6858000 h 6858000"/>
              <a:gd name="connsiteX2" fmla="*/ 0 w 12192000"/>
              <a:gd name="connsiteY2" fmla="*/ 6858000 h 6858000"/>
              <a:gd name="connsiteX3" fmla="*/ 7816598 w 12192000"/>
              <a:gd name="connsiteY3" fmla="*/ 0 h 6858000"/>
              <a:gd name="connsiteX4" fmla="*/ 12192000 w 12192000"/>
              <a:gd name="connsiteY4" fmla="*/ 0 h 6858000"/>
              <a:gd name="connsiteX5" fmla="*/ 12192000 w 12192000"/>
              <a:gd name="connsiteY5" fmla="*/ 377189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3086100"/>
                </a:moveTo>
                <a:lnTo>
                  <a:pt x="4375405" y="6858000"/>
                </a:lnTo>
                <a:lnTo>
                  <a:pt x="0" y="6858000"/>
                </a:lnTo>
                <a:close/>
                <a:moveTo>
                  <a:pt x="7816598" y="0"/>
                </a:moveTo>
                <a:lnTo>
                  <a:pt x="12192000" y="0"/>
                </a:lnTo>
                <a:lnTo>
                  <a:pt x="12192000" y="3771898"/>
                </a:lnTo>
                <a:close/>
              </a:path>
            </a:pathLst>
          </a:custGeom>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id="{D17EEDCF-A8F9-709D-CE34-6E183D26C2C2}"/>
              </a:ext>
            </a:extLst>
          </p:cNvPr>
          <p:cNvSpPr>
            <a:spLocks noGrp="1"/>
          </p:cNvSpPr>
          <p:nvPr>
            <p:ph type="title" hasCustomPrompt="1"/>
          </p:nvPr>
        </p:nvSpPr>
        <p:spPr>
          <a:xfrm>
            <a:off x="2527301" y="1786421"/>
            <a:ext cx="7156415" cy="2258568"/>
          </a:xfrm>
        </p:spPr>
        <p:txBody>
          <a:bodyPr tIns="0" bIns="0" anchor="b">
            <a:noAutofit/>
          </a:bodyPr>
          <a:lstStyle>
            <a:lvl1pPr algn="ctr">
              <a:defRPr sz="4400">
                <a:solidFill>
                  <a:schemeClr val="tx2"/>
                </a:solidFill>
              </a:defRPr>
            </a:lvl1pPr>
          </a:lstStyle>
          <a:p>
            <a:r>
              <a:rPr lang="en-US" dirty="0"/>
              <a:t>Click to Add title</a:t>
            </a:r>
          </a:p>
        </p:txBody>
      </p:sp>
      <p:sp>
        <p:nvSpPr>
          <p:cNvPr id="4" name="Text Placeholder 3">
            <a:extLst>
              <a:ext uri="{FF2B5EF4-FFF2-40B4-BE49-F238E27FC236}">
                <a16:creationId xmlns:a16="http://schemas.microsoft.com/office/drawing/2014/main" id="{F7745489-5B17-0977-F512-70D9A108715B}"/>
              </a:ext>
            </a:extLst>
          </p:cNvPr>
          <p:cNvSpPr>
            <a:spLocks noGrp="1"/>
          </p:cNvSpPr>
          <p:nvPr>
            <p:ph type="body" sz="quarter" idx="15" hasCustomPrompt="1"/>
          </p:nvPr>
        </p:nvSpPr>
        <p:spPr>
          <a:xfrm>
            <a:off x="2527299" y="4142232"/>
            <a:ext cx="7156415" cy="735012"/>
          </a:xfrm>
        </p:spPr>
        <p:txBody>
          <a:bodyPr anchor="ctr">
            <a:normAutofit/>
          </a:bodyPr>
          <a:lstStyle>
            <a:lvl1pPr marL="0" indent="0" algn="ctr">
              <a:buNone/>
              <a:defRPr sz="2400">
                <a:solidFill>
                  <a:schemeClr val="tx2"/>
                </a:solidFill>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dirty="0"/>
              <a:t>Click to add subtitle</a:t>
            </a:r>
          </a:p>
        </p:txBody>
      </p:sp>
    </p:spTree>
    <p:extLst>
      <p:ext uri="{BB962C8B-B14F-4D97-AF65-F5344CB8AC3E}">
        <p14:creationId xmlns:p14="http://schemas.microsoft.com/office/powerpoint/2010/main" val="906157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bg1">
            <a:lumMod val="95000"/>
          </a:schemeClr>
        </a:solidFill>
        <a:effectLst/>
      </p:bgPr>
    </p:bg>
    <p:spTree>
      <p:nvGrpSpPr>
        <p:cNvPr id="1" name=""/>
        <p:cNvGrpSpPr/>
        <p:nvPr/>
      </p:nvGrpSpPr>
      <p:grpSpPr>
        <a:xfrm>
          <a:off x="0" y="0"/>
          <a:ext cx="0" cy="0"/>
          <a:chOff x="0" y="0"/>
          <a:chExt cx="0" cy="0"/>
        </a:xfrm>
      </p:grpSpPr>
      <p:sp>
        <p:nvSpPr>
          <p:cNvPr id="39" name="Freeform: Shape 38">
            <a:extLst>
              <a:ext uri="{FF2B5EF4-FFF2-40B4-BE49-F238E27FC236}">
                <a16:creationId xmlns:a16="http://schemas.microsoft.com/office/drawing/2014/main" id="{45346F93-664A-16A2-A824-FBB5F60B0938}"/>
              </a:ext>
              <a:ext uri="{C183D7F6-B498-43B3-948B-1728B52AA6E4}">
                <adec:decorative xmlns:adec="http://schemas.microsoft.com/office/drawing/2017/decorative" val="1"/>
              </a:ext>
            </a:extLst>
          </p:cNvPr>
          <p:cNvSpPr/>
          <p:nvPr userDrawn="1"/>
        </p:nvSpPr>
        <p:spPr>
          <a:xfrm>
            <a:off x="0" y="0"/>
            <a:ext cx="3987468" cy="6858000"/>
          </a:xfrm>
          <a:custGeom>
            <a:avLst/>
            <a:gdLst>
              <a:gd name="connsiteX0" fmla="*/ 0 w 3987468"/>
              <a:gd name="connsiteY0" fmla="*/ 0 h 6858000"/>
              <a:gd name="connsiteX1" fmla="*/ 2450595 w 3987468"/>
              <a:gd name="connsiteY1" fmla="*/ 0 h 6858000"/>
              <a:gd name="connsiteX2" fmla="*/ 2774950 w 3987468"/>
              <a:gd name="connsiteY2" fmla="*/ 0 h 6858000"/>
              <a:gd name="connsiteX3" fmla="*/ 3146901 w 3987468"/>
              <a:gd name="connsiteY3" fmla="*/ 0 h 6858000"/>
              <a:gd name="connsiteX4" fmla="*/ 3152237 w 3987468"/>
              <a:gd name="connsiteY4" fmla="*/ 1372 h 6858000"/>
              <a:gd name="connsiteX5" fmla="*/ 3987468 w 3987468"/>
              <a:gd name="connsiteY5" fmla="*/ 1136650 h 6858000"/>
              <a:gd name="connsiteX6" fmla="*/ 3261452 w 3987468"/>
              <a:gd name="connsiteY6" fmla="*/ 2231955 h 6858000"/>
              <a:gd name="connsiteX7" fmla="*/ 3097572 w 3987468"/>
              <a:gd name="connsiteY7" fmla="*/ 2282826 h 6858000"/>
              <a:gd name="connsiteX8" fmla="*/ 3261452 w 3987468"/>
              <a:gd name="connsiteY8" fmla="*/ 2333697 h 6858000"/>
              <a:gd name="connsiteX9" fmla="*/ 3987468 w 3987468"/>
              <a:gd name="connsiteY9" fmla="*/ 3429001 h 6858000"/>
              <a:gd name="connsiteX10" fmla="*/ 3261452 w 3987468"/>
              <a:gd name="connsiteY10" fmla="*/ 4524306 h 6858000"/>
              <a:gd name="connsiteX11" fmla="*/ 3097574 w 3987468"/>
              <a:gd name="connsiteY11" fmla="*/ 4575176 h 6858000"/>
              <a:gd name="connsiteX12" fmla="*/ 3261452 w 3987468"/>
              <a:gd name="connsiteY12" fmla="*/ 4626047 h 6858000"/>
              <a:gd name="connsiteX13" fmla="*/ 3987468 w 3987468"/>
              <a:gd name="connsiteY13" fmla="*/ 5721351 h 6858000"/>
              <a:gd name="connsiteX14" fmla="*/ 3152237 w 3987468"/>
              <a:gd name="connsiteY14" fmla="*/ 6856629 h 6858000"/>
              <a:gd name="connsiteX15" fmla="*/ 3146905 w 3987468"/>
              <a:gd name="connsiteY15" fmla="*/ 6858000 h 6858000"/>
              <a:gd name="connsiteX16" fmla="*/ 2774950 w 3987468"/>
              <a:gd name="connsiteY16" fmla="*/ 6858000 h 6858000"/>
              <a:gd name="connsiteX17" fmla="*/ 2450591 w 3987468"/>
              <a:gd name="connsiteY17" fmla="*/ 6858000 h 6858000"/>
              <a:gd name="connsiteX18" fmla="*/ 0 w 3987468"/>
              <a:gd name="connsiteY1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87468" h="6858000">
                <a:moveTo>
                  <a:pt x="0" y="0"/>
                </a:moveTo>
                <a:lnTo>
                  <a:pt x="2450595" y="0"/>
                </a:lnTo>
                <a:lnTo>
                  <a:pt x="2774950" y="0"/>
                </a:lnTo>
                <a:lnTo>
                  <a:pt x="3146901" y="0"/>
                </a:lnTo>
                <a:lnTo>
                  <a:pt x="3152237" y="1372"/>
                </a:lnTo>
                <a:cubicBezTo>
                  <a:pt x="3636128" y="151878"/>
                  <a:pt x="3987468" y="603234"/>
                  <a:pt x="3987468" y="1136650"/>
                </a:cubicBezTo>
                <a:cubicBezTo>
                  <a:pt x="3987468" y="1629034"/>
                  <a:pt x="3688101" y="2051497"/>
                  <a:pt x="3261452" y="2231955"/>
                </a:cubicBezTo>
                <a:lnTo>
                  <a:pt x="3097572" y="2282826"/>
                </a:lnTo>
                <a:lnTo>
                  <a:pt x="3261452" y="2333697"/>
                </a:lnTo>
                <a:cubicBezTo>
                  <a:pt x="3688101" y="2514154"/>
                  <a:pt x="3987468" y="2936617"/>
                  <a:pt x="3987468" y="3429001"/>
                </a:cubicBezTo>
                <a:cubicBezTo>
                  <a:pt x="3987468" y="3921385"/>
                  <a:pt x="3688101" y="4343848"/>
                  <a:pt x="3261452" y="4524306"/>
                </a:cubicBezTo>
                <a:lnTo>
                  <a:pt x="3097574" y="4575176"/>
                </a:lnTo>
                <a:lnTo>
                  <a:pt x="3261452" y="4626047"/>
                </a:lnTo>
                <a:cubicBezTo>
                  <a:pt x="3688101" y="4806504"/>
                  <a:pt x="3987468" y="5228967"/>
                  <a:pt x="3987468" y="5721351"/>
                </a:cubicBezTo>
                <a:cubicBezTo>
                  <a:pt x="3987468" y="6254767"/>
                  <a:pt x="3636128" y="6706123"/>
                  <a:pt x="3152237" y="6856629"/>
                </a:cubicBezTo>
                <a:lnTo>
                  <a:pt x="3146905" y="6858000"/>
                </a:lnTo>
                <a:lnTo>
                  <a:pt x="2774950" y="6858000"/>
                </a:lnTo>
                <a:lnTo>
                  <a:pt x="2450591" y="6858000"/>
                </a:lnTo>
                <a:lnTo>
                  <a:pt x="0" y="6858000"/>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Rectangle 16">
            <a:extLst>
              <a:ext uri="{FF2B5EF4-FFF2-40B4-BE49-F238E27FC236}">
                <a16:creationId xmlns:a16="http://schemas.microsoft.com/office/drawing/2014/main" id="{B04769DB-2A07-BC51-5527-403CA838F4C5}"/>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DE8D0011-1BF5-77D1-D2AC-ABFFC21247C9}"/>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2B36471-5251-E878-F044-38C6E40BC5DE}"/>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8AEBCDBA-FCC7-7DE8-DA64-AEF047502AF0}"/>
              </a:ext>
            </a:extLst>
          </p:cNvPr>
          <p:cNvSpPr>
            <a:spLocks noGrp="1"/>
          </p:cNvSpPr>
          <p:nvPr>
            <p:ph type="title" hasCustomPrompt="1"/>
          </p:nvPr>
        </p:nvSpPr>
        <p:spPr>
          <a:xfrm rot="16200000">
            <a:off x="-1749423" y="2290758"/>
            <a:ext cx="6276974" cy="2276477"/>
          </a:xfrm>
          <a:effectLst/>
        </p:spPr>
        <p:txBody>
          <a:bodyPr tIns="0" bIns="0" anchor="ctr">
            <a:noAutofit/>
          </a:bodyPr>
          <a:lstStyle>
            <a:lvl1pPr algn="ctr">
              <a:defRPr sz="4000" b="0" cap="all" spc="0" baseline="0">
                <a:solidFill>
                  <a:schemeClr val="tx2"/>
                </a:solidFill>
              </a:defRPr>
            </a:lvl1pPr>
          </a:lstStyle>
          <a:p>
            <a:r>
              <a:rPr lang="en-US" dirty="0"/>
              <a:t>Click to Add title</a:t>
            </a:r>
          </a:p>
        </p:txBody>
      </p:sp>
      <p:sp>
        <p:nvSpPr>
          <p:cNvPr id="16" name="Slide Number Placeholder 4">
            <a:extLst>
              <a:ext uri="{FF2B5EF4-FFF2-40B4-BE49-F238E27FC236}">
                <a16:creationId xmlns:a16="http://schemas.microsoft.com/office/drawing/2014/main" id="{3CC93403-272F-4058-38E7-95034FA1AFCF}"/>
              </a:ext>
            </a:extLst>
          </p:cNvPr>
          <p:cNvSpPr>
            <a:spLocks noGrp="1"/>
          </p:cNvSpPr>
          <p:nvPr>
            <p:ph type="sldNum" sz="quarter" idx="12"/>
          </p:nvPr>
        </p:nvSpPr>
        <p:spPr>
          <a:xfrm>
            <a:off x="2194590" y="3062287"/>
            <a:ext cx="665421" cy="766763"/>
          </a:xfrm>
          <a:prstGeom prst="rect">
            <a:avLst/>
          </a:prstGeom>
          <a:noFill/>
          <a:effectLst/>
        </p:spPr>
        <p:txBody>
          <a:bodyPr lIns="0" rIns="0"/>
          <a:lstStyle>
            <a:lvl1pPr algn="ctr">
              <a:defRPr lang="en-US" sz="1800" b="1" kern="1200" cap="all" spc="150" baseline="0" smtClean="0">
                <a:solidFill>
                  <a:schemeClr val="tx2"/>
                </a:solidFill>
                <a:latin typeface="+mn-lt"/>
                <a:ea typeface="+mn-ea"/>
                <a:cs typeface="+mn-cs"/>
              </a:defRPr>
            </a:lvl1pPr>
          </a:lstStyle>
          <a:p>
            <a:fld id="{8A7A6979-0714-4377-B894-6BE4C2D6E202}" type="slidenum">
              <a:rPr lang="en-US" smtClean="0"/>
              <a:pPr/>
              <a:t>‹#›</a:t>
            </a:fld>
            <a:endParaRPr lang="en-US" dirty="0"/>
          </a:p>
        </p:txBody>
      </p:sp>
      <p:sp>
        <p:nvSpPr>
          <p:cNvPr id="10" name="Content Placeholder 3">
            <a:extLst>
              <a:ext uri="{FF2B5EF4-FFF2-40B4-BE49-F238E27FC236}">
                <a16:creationId xmlns:a16="http://schemas.microsoft.com/office/drawing/2014/main" id="{E6D26F94-DE81-6530-E728-ABDCC088359D}"/>
              </a:ext>
            </a:extLst>
          </p:cNvPr>
          <p:cNvSpPr>
            <a:spLocks noGrp="1"/>
          </p:cNvSpPr>
          <p:nvPr>
            <p:ph sz="half" idx="2" hasCustomPrompt="1"/>
          </p:nvPr>
        </p:nvSpPr>
        <p:spPr>
          <a:xfrm>
            <a:off x="4465411" y="765810"/>
            <a:ext cx="7029933" cy="2471470"/>
          </a:xfrm>
        </p:spPr>
        <p:txBody>
          <a:bodyPr>
            <a:normAutofit/>
          </a:bodyPr>
          <a:lstStyle>
            <a:lvl1pPr marL="0" indent="0">
              <a:spcAft>
                <a:spcPts val="600"/>
              </a:spcAft>
              <a:buNone/>
              <a:defRPr sz="1800">
                <a:solidFill>
                  <a:schemeClr val="tx2"/>
                </a:solidFill>
              </a:defRPr>
            </a:lvl1pPr>
            <a:lvl2pPr marL="228600">
              <a:spcAft>
                <a:spcPts val="600"/>
              </a:spcAft>
              <a:defRPr sz="1800">
                <a:solidFill>
                  <a:schemeClr val="tx2"/>
                </a:solidFill>
              </a:defRPr>
            </a:lvl2pPr>
            <a:lvl3pPr>
              <a:spcAft>
                <a:spcPts val="600"/>
              </a:spcAft>
              <a:defRPr sz="1800">
                <a:solidFill>
                  <a:schemeClr val="tx2"/>
                </a:solidFill>
              </a:defRPr>
            </a:lvl3pPr>
            <a:lvl4pPr>
              <a:spcAft>
                <a:spcPts val="600"/>
              </a:spcAft>
              <a:defRPr sz="1800">
                <a:solidFill>
                  <a:schemeClr val="tx2"/>
                </a:solidFill>
              </a:defRPr>
            </a:lvl4pPr>
            <a:lvl5pPr>
              <a:spcAft>
                <a:spcPts val="600"/>
              </a:spcAft>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1"/>
            <a:endParaRPr lang="en-US" dirty="0"/>
          </a:p>
        </p:txBody>
      </p:sp>
      <p:sp>
        <p:nvSpPr>
          <p:cNvPr id="24" name="Content Placeholder 3">
            <a:extLst>
              <a:ext uri="{FF2B5EF4-FFF2-40B4-BE49-F238E27FC236}">
                <a16:creationId xmlns:a16="http://schemas.microsoft.com/office/drawing/2014/main" id="{AFFC2B28-B6DF-BDF7-16A8-28ECC1D99214}"/>
              </a:ext>
            </a:extLst>
          </p:cNvPr>
          <p:cNvSpPr>
            <a:spLocks noGrp="1"/>
          </p:cNvSpPr>
          <p:nvPr>
            <p:ph sz="half" idx="14" hasCustomPrompt="1"/>
          </p:nvPr>
        </p:nvSpPr>
        <p:spPr>
          <a:xfrm>
            <a:off x="4465411" y="3599130"/>
            <a:ext cx="7029933" cy="2471470"/>
          </a:xfrm>
        </p:spPr>
        <p:txBody>
          <a:bodyPr>
            <a:normAutofit/>
          </a:bodyPr>
          <a:lstStyle>
            <a:lvl1pPr marL="0" indent="0">
              <a:spcAft>
                <a:spcPts val="600"/>
              </a:spcAft>
              <a:buNone/>
              <a:defRPr sz="1800">
                <a:solidFill>
                  <a:schemeClr val="tx2"/>
                </a:solidFill>
              </a:defRPr>
            </a:lvl1pPr>
            <a:lvl2pPr marL="228600">
              <a:spcAft>
                <a:spcPts val="600"/>
              </a:spcAft>
              <a:defRPr sz="1800">
                <a:solidFill>
                  <a:schemeClr val="tx2"/>
                </a:solidFill>
              </a:defRPr>
            </a:lvl2pPr>
            <a:lvl3pPr>
              <a:spcAft>
                <a:spcPts val="600"/>
              </a:spcAft>
              <a:defRPr sz="1800">
                <a:solidFill>
                  <a:schemeClr val="tx2"/>
                </a:solidFill>
              </a:defRPr>
            </a:lvl3pPr>
            <a:lvl4pPr>
              <a:spcAft>
                <a:spcPts val="600"/>
              </a:spcAft>
              <a:defRPr sz="1800">
                <a:solidFill>
                  <a:schemeClr val="tx2"/>
                </a:solidFill>
              </a:defRPr>
            </a:lvl4pPr>
            <a:lvl5pPr>
              <a:spcAft>
                <a:spcPts val="600"/>
              </a:spcAft>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1"/>
            <a:endParaRPr lang="en-US" dirty="0"/>
          </a:p>
        </p:txBody>
      </p:sp>
    </p:spTree>
    <p:extLst>
      <p:ext uri="{BB962C8B-B14F-4D97-AF65-F5344CB8AC3E}">
        <p14:creationId xmlns:p14="http://schemas.microsoft.com/office/powerpoint/2010/main" val="1134033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1">
            <a:lumMod val="95000"/>
          </a:schemeClr>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A06B8E3C-9527-FBC2-184C-8D90C4520973}"/>
              </a:ext>
              <a:ext uri="{C183D7F6-B498-43B3-948B-1728B52AA6E4}">
                <adec:decorative xmlns:adec="http://schemas.microsoft.com/office/drawing/2017/decorative" val="1"/>
              </a:ext>
            </a:extLst>
          </p:cNvPr>
          <p:cNvSpPr/>
          <p:nvPr userDrawn="1"/>
        </p:nvSpPr>
        <p:spPr>
          <a:xfrm>
            <a:off x="0" y="-29052"/>
            <a:ext cx="3634741" cy="6949440"/>
          </a:xfrm>
          <a:custGeom>
            <a:avLst/>
            <a:gdLst>
              <a:gd name="connsiteX0" fmla="*/ 160021 w 3634741"/>
              <a:gd name="connsiteY0" fmla="*/ 0 h 6949440"/>
              <a:gd name="connsiteX1" fmla="*/ 3634741 w 3634741"/>
              <a:gd name="connsiteY1" fmla="*/ 3474720 h 6949440"/>
              <a:gd name="connsiteX2" fmla="*/ 160021 w 3634741"/>
              <a:gd name="connsiteY2" fmla="*/ 6949440 h 6949440"/>
              <a:gd name="connsiteX3" fmla="*/ 0 w 3634741"/>
              <a:gd name="connsiteY3" fmla="*/ 6941360 h 6949440"/>
              <a:gd name="connsiteX4" fmla="*/ 0 w 3634741"/>
              <a:gd name="connsiteY4" fmla="*/ 8081 h 6949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4741" h="6949440">
                <a:moveTo>
                  <a:pt x="160021" y="0"/>
                </a:moveTo>
                <a:cubicBezTo>
                  <a:pt x="2079056" y="0"/>
                  <a:pt x="3634741" y="1555685"/>
                  <a:pt x="3634741" y="3474720"/>
                </a:cubicBezTo>
                <a:cubicBezTo>
                  <a:pt x="3634741" y="5393755"/>
                  <a:pt x="2079056" y="6949440"/>
                  <a:pt x="160021" y="6949440"/>
                </a:cubicBezTo>
                <a:lnTo>
                  <a:pt x="0" y="6941360"/>
                </a:lnTo>
                <a:lnTo>
                  <a:pt x="0" y="808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Rectangle 16">
            <a:extLst>
              <a:ext uri="{FF2B5EF4-FFF2-40B4-BE49-F238E27FC236}">
                <a16:creationId xmlns:a16="http://schemas.microsoft.com/office/drawing/2014/main" id="{B04769DB-2A07-BC51-5527-403CA838F4C5}"/>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DE8D0011-1BF5-77D1-D2AC-ABFFC21247C9}"/>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2B36471-5251-E878-F044-38C6E40BC5DE}"/>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8AEBCDBA-FCC7-7DE8-DA64-AEF047502AF0}"/>
              </a:ext>
            </a:extLst>
          </p:cNvPr>
          <p:cNvSpPr>
            <a:spLocks noGrp="1"/>
          </p:cNvSpPr>
          <p:nvPr>
            <p:ph type="title" hasCustomPrompt="1"/>
          </p:nvPr>
        </p:nvSpPr>
        <p:spPr>
          <a:xfrm rot="16200000">
            <a:off x="-1749423" y="2290758"/>
            <a:ext cx="6276974" cy="2276477"/>
          </a:xfrm>
          <a:effectLst/>
        </p:spPr>
        <p:txBody>
          <a:bodyPr tIns="0" bIns="0" anchor="ctr">
            <a:noAutofit/>
          </a:bodyPr>
          <a:lstStyle>
            <a:lvl1pPr algn="ctr">
              <a:defRPr sz="4000" b="0" cap="all" spc="0" baseline="0">
                <a:solidFill>
                  <a:schemeClr val="tx2"/>
                </a:solidFill>
              </a:defRPr>
            </a:lvl1pPr>
          </a:lstStyle>
          <a:p>
            <a:r>
              <a:rPr lang="en-US" dirty="0"/>
              <a:t>Click to Add title</a:t>
            </a:r>
          </a:p>
        </p:txBody>
      </p:sp>
      <p:sp>
        <p:nvSpPr>
          <p:cNvPr id="16" name="Slide Number Placeholder 4">
            <a:extLst>
              <a:ext uri="{FF2B5EF4-FFF2-40B4-BE49-F238E27FC236}">
                <a16:creationId xmlns:a16="http://schemas.microsoft.com/office/drawing/2014/main" id="{3CC93403-272F-4058-38E7-95034FA1AFCF}"/>
              </a:ext>
            </a:extLst>
          </p:cNvPr>
          <p:cNvSpPr>
            <a:spLocks noGrp="1"/>
          </p:cNvSpPr>
          <p:nvPr>
            <p:ph type="sldNum" sz="quarter" idx="12"/>
          </p:nvPr>
        </p:nvSpPr>
        <p:spPr>
          <a:xfrm>
            <a:off x="2194590" y="3062287"/>
            <a:ext cx="665421" cy="766763"/>
          </a:xfrm>
          <a:prstGeom prst="rect">
            <a:avLst/>
          </a:prstGeom>
          <a:noFill/>
          <a:effectLst/>
        </p:spPr>
        <p:txBody>
          <a:bodyPr lIns="0" rIns="0"/>
          <a:lstStyle>
            <a:lvl1pPr algn="ctr">
              <a:defRPr lang="en-US" sz="1800" b="1" kern="1200" cap="all" spc="150" baseline="0" smtClean="0">
                <a:solidFill>
                  <a:schemeClr val="tx2"/>
                </a:solidFill>
                <a:latin typeface="+mn-lt"/>
                <a:ea typeface="+mn-ea"/>
                <a:cs typeface="+mn-cs"/>
              </a:defRPr>
            </a:lvl1pPr>
          </a:lstStyle>
          <a:p>
            <a:fld id="{8A7A6979-0714-4377-B894-6BE4C2D6E202}" type="slidenum">
              <a:rPr lang="en-US" smtClean="0"/>
              <a:pPr/>
              <a:t>‹#›</a:t>
            </a:fld>
            <a:endParaRPr lang="en-US" dirty="0"/>
          </a:p>
        </p:txBody>
      </p:sp>
      <p:sp>
        <p:nvSpPr>
          <p:cNvPr id="10" name="Content Placeholder 3">
            <a:extLst>
              <a:ext uri="{FF2B5EF4-FFF2-40B4-BE49-F238E27FC236}">
                <a16:creationId xmlns:a16="http://schemas.microsoft.com/office/drawing/2014/main" id="{E6D26F94-DE81-6530-E728-ABDCC088359D}"/>
              </a:ext>
            </a:extLst>
          </p:cNvPr>
          <p:cNvSpPr>
            <a:spLocks noGrp="1"/>
          </p:cNvSpPr>
          <p:nvPr>
            <p:ph sz="half" idx="2" hasCustomPrompt="1"/>
          </p:nvPr>
        </p:nvSpPr>
        <p:spPr>
          <a:xfrm>
            <a:off x="4080572" y="1483837"/>
            <a:ext cx="2929829" cy="3890326"/>
          </a:xfrm>
        </p:spPr>
        <p:txBody>
          <a:bodyPr>
            <a:normAutofit/>
          </a:bodyPr>
          <a:lstStyle>
            <a:lvl1pPr marL="285750" indent="-285750">
              <a:spcAft>
                <a:spcPts val="600"/>
              </a:spcAft>
              <a:buFont typeface="Arial" panose="020B0604020202020204" pitchFamily="34" charset="0"/>
              <a:buChar char="•"/>
              <a:defRPr sz="1800">
                <a:solidFill>
                  <a:schemeClr val="tx2"/>
                </a:solidFill>
              </a:defRPr>
            </a:lvl1pPr>
            <a:lvl2pPr marL="514350" indent="-285750">
              <a:spcAft>
                <a:spcPts val="600"/>
              </a:spcAft>
              <a:buFont typeface="Arial" panose="020B0604020202020204" pitchFamily="34" charset="0"/>
              <a:buChar char="•"/>
              <a:defRPr sz="1800">
                <a:solidFill>
                  <a:schemeClr val="tx2"/>
                </a:solidFill>
              </a:defRPr>
            </a:lvl2pPr>
            <a:lvl3pPr>
              <a:spcAft>
                <a:spcPts val="600"/>
              </a:spcAft>
              <a:defRPr sz="1800">
                <a:solidFill>
                  <a:schemeClr val="tx2"/>
                </a:solidFill>
              </a:defRPr>
            </a:lvl3pPr>
            <a:lvl4pPr>
              <a:spcAft>
                <a:spcPts val="600"/>
              </a:spcAft>
              <a:defRPr sz="1800">
                <a:solidFill>
                  <a:schemeClr val="tx2"/>
                </a:solidFill>
              </a:defRPr>
            </a:lvl4pPr>
            <a:lvl5pPr>
              <a:spcAft>
                <a:spcPts val="600"/>
              </a:spcAft>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1"/>
            <a:endParaRPr lang="en-US" dirty="0"/>
          </a:p>
        </p:txBody>
      </p:sp>
      <p:sp>
        <p:nvSpPr>
          <p:cNvPr id="24" name="Content Placeholder 3">
            <a:extLst>
              <a:ext uri="{FF2B5EF4-FFF2-40B4-BE49-F238E27FC236}">
                <a16:creationId xmlns:a16="http://schemas.microsoft.com/office/drawing/2014/main" id="{AFFC2B28-B6DF-BDF7-16A8-28ECC1D99214}"/>
              </a:ext>
            </a:extLst>
          </p:cNvPr>
          <p:cNvSpPr>
            <a:spLocks noGrp="1"/>
          </p:cNvSpPr>
          <p:nvPr>
            <p:ph sz="half" idx="14" hasCustomPrompt="1"/>
          </p:nvPr>
        </p:nvSpPr>
        <p:spPr>
          <a:xfrm>
            <a:off x="7261226" y="1483837"/>
            <a:ext cx="4234117" cy="3890326"/>
          </a:xfrm>
        </p:spPr>
        <p:txBody>
          <a:bodyPr>
            <a:normAutofit/>
          </a:bodyPr>
          <a:lstStyle>
            <a:lvl1pPr marL="0" indent="0">
              <a:spcAft>
                <a:spcPts val="600"/>
              </a:spcAft>
              <a:buFont typeface="Arial" panose="020B0604020202020204" pitchFamily="34" charset="0"/>
              <a:buNone/>
              <a:defRPr sz="1800">
                <a:solidFill>
                  <a:schemeClr val="tx2"/>
                </a:solidFill>
              </a:defRPr>
            </a:lvl1pPr>
            <a:lvl2pPr marL="283464" indent="-283464">
              <a:spcAft>
                <a:spcPts val="600"/>
              </a:spcAft>
              <a:buFont typeface="Arial" panose="020B0604020202020204" pitchFamily="34" charset="0"/>
              <a:buChar char="•"/>
              <a:defRPr sz="1800">
                <a:solidFill>
                  <a:schemeClr val="tx2"/>
                </a:solidFill>
              </a:defRPr>
            </a:lvl2pPr>
            <a:lvl3pPr>
              <a:spcAft>
                <a:spcPts val="600"/>
              </a:spcAft>
              <a:defRPr sz="1800">
                <a:solidFill>
                  <a:schemeClr val="tx2"/>
                </a:solidFill>
              </a:defRPr>
            </a:lvl3pPr>
            <a:lvl4pPr>
              <a:spcAft>
                <a:spcPts val="600"/>
              </a:spcAft>
              <a:defRPr sz="1800">
                <a:solidFill>
                  <a:schemeClr val="tx2"/>
                </a:solidFill>
              </a:defRPr>
            </a:lvl4pPr>
            <a:lvl5pPr>
              <a:spcAft>
                <a:spcPts val="600"/>
              </a:spcAft>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1"/>
            <a:endParaRPr lang="en-US" dirty="0"/>
          </a:p>
        </p:txBody>
      </p:sp>
    </p:spTree>
    <p:extLst>
      <p:ext uri="{BB962C8B-B14F-4D97-AF65-F5344CB8AC3E}">
        <p14:creationId xmlns:p14="http://schemas.microsoft.com/office/powerpoint/2010/main" val="3386450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bg>
      <p:bgPr>
        <a:solidFill>
          <a:schemeClr val="bg1">
            <a:lumMod val="95000"/>
          </a:schemeClr>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3D9E1A91-D555-1AE6-2CDF-324AF09F213D}"/>
              </a:ext>
              <a:ext uri="{C183D7F6-B498-43B3-948B-1728B52AA6E4}">
                <adec:decorative xmlns:adec="http://schemas.microsoft.com/office/drawing/2017/decorative" val="1"/>
              </a:ext>
            </a:extLst>
          </p:cNvPr>
          <p:cNvSpPr/>
          <p:nvPr userDrawn="1"/>
        </p:nvSpPr>
        <p:spPr>
          <a:xfrm>
            <a:off x="0" y="-29052"/>
            <a:ext cx="3634741" cy="6949440"/>
          </a:xfrm>
          <a:custGeom>
            <a:avLst/>
            <a:gdLst>
              <a:gd name="connsiteX0" fmla="*/ 160021 w 3634741"/>
              <a:gd name="connsiteY0" fmla="*/ 0 h 6949440"/>
              <a:gd name="connsiteX1" fmla="*/ 3634741 w 3634741"/>
              <a:gd name="connsiteY1" fmla="*/ 3474720 h 6949440"/>
              <a:gd name="connsiteX2" fmla="*/ 160021 w 3634741"/>
              <a:gd name="connsiteY2" fmla="*/ 6949440 h 6949440"/>
              <a:gd name="connsiteX3" fmla="*/ 0 w 3634741"/>
              <a:gd name="connsiteY3" fmla="*/ 6941360 h 6949440"/>
              <a:gd name="connsiteX4" fmla="*/ 0 w 3634741"/>
              <a:gd name="connsiteY4" fmla="*/ 8081 h 6949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4741" h="6949440">
                <a:moveTo>
                  <a:pt x="160021" y="0"/>
                </a:moveTo>
                <a:cubicBezTo>
                  <a:pt x="2079056" y="0"/>
                  <a:pt x="3634741" y="1555685"/>
                  <a:pt x="3634741" y="3474720"/>
                </a:cubicBezTo>
                <a:cubicBezTo>
                  <a:pt x="3634741" y="5393755"/>
                  <a:pt x="2079056" y="6949440"/>
                  <a:pt x="160021" y="6949440"/>
                </a:cubicBezTo>
                <a:lnTo>
                  <a:pt x="0" y="6941360"/>
                </a:lnTo>
                <a:lnTo>
                  <a:pt x="0" y="8081"/>
                </a:lnTo>
                <a:close/>
              </a:path>
            </a:pathLst>
          </a:cu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17EEDCF-A8F9-709D-CE34-6E183D26C2C2}"/>
              </a:ext>
            </a:extLst>
          </p:cNvPr>
          <p:cNvSpPr>
            <a:spLocks noGrp="1"/>
          </p:cNvSpPr>
          <p:nvPr>
            <p:ph type="title" hasCustomPrompt="1"/>
          </p:nvPr>
        </p:nvSpPr>
        <p:spPr>
          <a:xfrm rot="16200000">
            <a:off x="-1749423" y="2290758"/>
            <a:ext cx="6276974" cy="2276477"/>
          </a:xfrm>
          <a:effectLst/>
        </p:spPr>
        <p:txBody>
          <a:bodyPr tIns="0" bIns="0" anchor="ctr">
            <a:noAutofit/>
          </a:bodyPr>
          <a:lstStyle>
            <a:lvl1pPr algn="ctr">
              <a:defRPr sz="4000" b="0" cap="all" spc="0" baseline="0">
                <a:solidFill>
                  <a:schemeClr val="tx2"/>
                </a:solidFill>
              </a:defRPr>
            </a:lvl1pPr>
          </a:lstStyle>
          <a:p>
            <a:r>
              <a:rPr lang="en-US" dirty="0"/>
              <a:t>Click to Add title</a:t>
            </a:r>
          </a:p>
        </p:txBody>
      </p:sp>
      <p:sp>
        <p:nvSpPr>
          <p:cNvPr id="5" name="Slide Number Placeholder 4">
            <a:extLst>
              <a:ext uri="{FF2B5EF4-FFF2-40B4-BE49-F238E27FC236}">
                <a16:creationId xmlns:a16="http://schemas.microsoft.com/office/drawing/2014/main" id="{540552D2-6E8F-FBA4-5AAD-121E6FDF38F3}"/>
              </a:ext>
            </a:extLst>
          </p:cNvPr>
          <p:cNvSpPr>
            <a:spLocks noGrp="1"/>
          </p:cNvSpPr>
          <p:nvPr>
            <p:ph type="sldNum" sz="quarter" idx="12"/>
          </p:nvPr>
        </p:nvSpPr>
        <p:spPr>
          <a:xfrm>
            <a:off x="2194590" y="3062287"/>
            <a:ext cx="665421" cy="766763"/>
          </a:xfrm>
          <a:prstGeom prst="rect">
            <a:avLst/>
          </a:prstGeom>
          <a:noFill/>
          <a:effectLst/>
        </p:spPr>
        <p:txBody>
          <a:bodyPr lIns="0" rIns="0"/>
          <a:lstStyle>
            <a:lvl1pPr algn="ctr">
              <a:defRPr lang="en-US" sz="1800" b="1" kern="1200" cap="all" spc="150" baseline="0" smtClean="0">
                <a:solidFill>
                  <a:schemeClr val="tx2"/>
                </a:solidFill>
                <a:latin typeface="+mn-lt"/>
                <a:ea typeface="+mn-ea"/>
                <a:cs typeface="+mn-cs"/>
              </a:defRPr>
            </a:lvl1pPr>
          </a:lstStyle>
          <a:p>
            <a:fld id="{8A7A6979-0714-4377-B894-6BE4C2D6E202}" type="slidenum">
              <a:rPr lang="en-US" smtClean="0"/>
              <a:pPr/>
              <a:t>‹#›</a:t>
            </a:fld>
            <a:endParaRPr lang="en-US" dirty="0"/>
          </a:p>
        </p:txBody>
      </p:sp>
      <p:sp>
        <p:nvSpPr>
          <p:cNvPr id="7" name="Content Placeholder 6">
            <a:extLst>
              <a:ext uri="{FF2B5EF4-FFF2-40B4-BE49-F238E27FC236}">
                <a16:creationId xmlns:a16="http://schemas.microsoft.com/office/drawing/2014/main" id="{1607AAD3-3E7E-4AA4-9B8A-E76C79C5D091}"/>
              </a:ext>
            </a:extLst>
          </p:cNvPr>
          <p:cNvSpPr>
            <a:spLocks noGrp="1"/>
          </p:cNvSpPr>
          <p:nvPr>
            <p:ph sz="quarter" idx="13" hasCustomPrompt="1"/>
          </p:nvPr>
        </p:nvSpPr>
        <p:spPr>
          <a:xfrm>
            <a:off x="4108481" y="892176"/>
            <a:ext cx="4578319" cy="5073648"/>
          </a:xfrm>
          <a:effectLst/>
        </p:spPr>
        <p:txBody>
          <a:bodyPr anchor="ctr">
            <a:normAutofit/>
          </a:bodyPr>
          <a:lstStyle>
            <a:lvl1pPr marL="0" indent="0" algn="l">
              <a:spcAft>
                <a:spcPts val="1200"/>
              </a:spcAft>
              <a:buNone/>
              <a:defRPr sz="1800">
                <a:solidFill>
                  <a:schemeClr val="tx2"/>
                </a:solidFill>
              </a:defRPr>
            </a:lvl1pPr>
            <a:lvl2pPr marL="228600" indent="0" algn="l">
              <a:spcAft>
                <a:spcPts val="1200"/>
              </a:spcAft>
              <a:buNone/>
              <a:defRPr sz="1800">
                <a:solidFill>
                  <a:schemeClr val="tx2"/>
                </a:solidFill>
              </a:defRPr>
            </a:lvl2pPr>
            <a:lvl3pPr marL="457200" indent="0" algn="l">
              <a:spcAft>
                <a:spcPts val="1200"/>
              </a:spcAft>
              <a:buNone/>
              <a:defRPr sz="1800">
                <a:solidFill>
                  <a:schemeClr val="tx2"/>
                </a:solidFill>
              </a:defRPr>
            </a:lvl3pPr>
            <a:lvl4pPr marL="685800" indent="0" algn="l">
              <a:spcAft>
                <a:spcPts val="1200"/>
              </a:spcAft>
              <a:buNone/>
              <a:defRPr sz="1800">
                <a:solidFill>
                  <a:schemeClr val="tx2"/>
                </a:solidFill>
              </a:defRPr>
            </a:lvl4pPr>
            <a:lvl5pPr marL="914400" indent="0" algn="l">
              <a:spcAft>
                <a:spcPts val="1200"/>
              </a:spcAft>
              <a:buNone/>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3BE6FE2D-89F6-4F06-E60F-5C1CB044DC50}"/>
              </a:ext>
            </a:extLst>
          </p:cNvPr>
          <p:cNvSpPr>
            <a:spLocks noGrp="1"/>
          </p:cNvSpPr>
          <p:nvPr>
            <p:ph type="pic" sz="quarter" idx="14"/>
          </p:nvPr>
        </p:nvSpPr>
        <p:spPr>
          <a:xfrm>
            <a:off x="9042400" y="892176"/>
            <a:ext cx="2430462" cy="5073648"/>
          </a:xfrm>
        </p:spPr>
        <p:txBody>
          <a:bodyPr/>
          <a:lstStyle/>
          <a:p>
            <a:r>
              <a:rPr lang="en-US"/>
              <a:t>Click icon to add picture</a:t>
            </a:r>
          </a:p>
        </p:txBody>
      </p:sp>
      <p:sp>
        <p:nvSpPr>
          <p:cNvPr id="20" name="Rectangle 19">
            <a:extLst>
              <a:ext uri="{FF2B5EF4-FFF2-40B4-BE49-F238E27FC236}">
                <a16:creationId xmlns:a16="http://schemas.microsoft.com/office/drawing/2014/main" id="{9C667425-5376-9A12-6412-4B63AC528F92}"/>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cxnSp>
        <p:nvCxnSpPr>
          <p:cNvPr id="21" name="Straight Connector 20">
            <a:extLst>
              <a:ext uri="{FF2B5EF4-FFF2-40B4-BE49-F238E27FC236}">
                <a16:creationId xmlns:a16="http://schemas.microsoft.com/office/drawing/2014/main" id="{A1CB2DD8-1852-5728-5E46-28CF0864B9BE}"/>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741730C-9E61-193C-BBD3-080BB83366EF}"/>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814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bg1">
            <a:lumMod val="95000"/>
          </a:schemeClr>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996BC47-DB6B-4A01-6575-4D14CAEB30E1}"/>
              </a:ext>
              <a:ext uri="{C183D7F6-B498-43B3-948B-1728B52AA6E4}">
                <adec:decorative xmlns:adec="http://schemas.microsoft.com/office/drawing/2017/decorative" val="1"/>
              </a:ext>
            </a:extLst>
          </p:cNvPr>
          <p:cNvSpPr/>
          <p:nvPr userDrawn="1"/>
        </p:nvSpPr>
        <p:spPr>
          <a:xfrm>
            <a:off x="1" y="0"/>
            <a:ext cx="4405568" cy="6858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B04769DB-2A07-BC51-5527-403CA838F4C5}"/>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DE8D0011-1BF5-77D1-D2AC-ABFFC21247C9}"/>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2B36471-5251-E878-F044-38C6E40BC5DE}"/>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8AEBCDBA-FCC7-7DE8-DA64-AEF047502AF0}"/>
              </a:ext>
            </a:extLst>
          </p:cNvPr>
          <p:cNvSpPr>
            <a:spLocks noGrp="1"/>
          </p:cNvSpPr>
          <p:nvPr>
            <p:ph type="title" hasCustomPrompt="1"/>
          </p:nvPr>
        </p:nvSpPr>
        <p:spPr>
          <a:xfrm rot="16200000">
            <a:off x="-1749423" y="2290758"/>
            <a:ext cx="6276974" cy="2276477"/>
          </a:xfrm>
          <a:effectLst/>
        </p:spPr>
        <p:txBody>
          <a:bodyPr tIns="0" bIns="0" anchor="ctr">
            <a:noAutofit/>
          </a:bodyPr>
          <a:lstStyle>
            <a:lvl1pPr algn="ctr">
              <a:defRPr sz="4000" b="0" cap="all" spc="0" baseline="0">
                <a:solidFill>
                  <a:schemeClr val="tx2"/>
                </a:solidFill>
              </a:defRPr>
            </a:lvl1pPr>
          </a:lstStyle>
          <a:p>
            <a:r>
              <a:rPr lang="en-US" dirty="0"/>
              <a:t>Click to Add title</a:t>
            </a:r>
          </a:p>
        </p:txBody>
      </p:sp>
      <p:sp>
        <p:nvSpPr>
          <p:cNvPr id="16" name="Slide Number Placeholder 4">
            <a:extLst>
              <a:ext uri="{FF2B5EF4-FFF2-40B4-BE49-F238E27FC236}">
                <a16:creationId xmlns:a16="http://schemas.microsoft.com/office/drawing/2014/main" id="{3CC93403-272F-4058-38E7-95034FA1AFCF}"/>
              </a:ext>
            </a:extLst>
          </p:cNvPr>
          <p:cNvSpPr>
            <a:spLocks noGrp="1"/>
          </p:cNvSpPr>
          <p:nvPr>
            <p:ph type="sldNum" sz="quarter" idx="12"/>
          </p:nvPr>
        </p:nvSpPr>
        <p:spPr>
          <a:xfrm>
            <a:off x="2194590" y="3062287"/>
            <a:ext cx="665421" cy="766763"/>
          </a:xfrm>
          <a:prstGeom prst="rect">
            <a:avLst/>
          </a:prstGeom>
          <a:noFill/>
          <a:effectLst/>
        </p:spPr>
        <p:txBody>
          <a:bodyPr lIns="0" rIns="0"/>
          <a:lstStyle>
            <a:lvl1pPr algn="ctr">
              <a:defRPr lang="en-US" sz="1800" b="1" kern="1200" cap="all" spc="150" baseline="0" smtClean="0">
                <a:solidFill>
                  <a:schemeClr val="tx2"/>
                </a:solidFill>
                <a:latin typeface="+mn-lt"/>
                <a:ea typeface="+mn-ea"/>
                <a:cs typeface="+mn-cs"/>
              </a:defRPr>
            </a:lvl1pPr>
          </a:lstStyle>
          <a:p>
            <a:fld id="{8A7A6979-0714-4377-B894-6BE4C2D6E202}" type="slidenum">
              <a:rPr lang="en-US" smtClean="0"/>
              <a:pPr/>
              <a:t>‹#›</a:t>
            </a:fld>
            <a:endParaRPr lang="en-US" dirty="0"/>
          </a:p>
        </p:txBody>
      </p:sp>
      <p:sp>
        <p:nvSpPr>
          <p:cNvPr id="10" name="Content Placeholder 3">
            <a:extLst>
              <a:ext uri="{FF2B5EF4-FFF2-40B4-BE49-F238E27FC236}">
                <a16:creationId xmlns:a16="http://schemas.microsoft.com/office/drawing/2014/main" id="{E6D26F94-DE81-6530-E728-ABDCC088359D}"/>
              </a:ext>
            </a:extLst>
          </p:cNvPr>
          <p:cNvSpPr>
            <a:spLocks noGrp="1"/>
          </p:cNvSpPr>
          <p:nvPr>
            <p:ph sz="half" idx="2" hasCustomPrompt="1"/>
          </p:nvPr>
        </p:nvSpPr>
        <p:spPr>
          <a:xfrm>
            <a:off x="4851400" y="586740"/>
            <a:ext cx="6643944" cy="1653540"/>
          </a:xfrm>
        </p:spPr>
        <p:txBody>
          <a:bodyPr anchor="ctr">
            <a:normAutofit/>
          </a:bodyPr>
          <a:lstStyle>
            <a:lvl1pPr marL="285750" indent="-285750">
              <a:spcAft>
                <a:spcPts val="600"/>
              </a:spcAft>
              <a:buFont typeface="Arial" panose="020B0604020202020204" pitchFamily="34" charset="0"/>
              <a:buChar char="•"/>
              <a:defRPr sz="1800">
                <a:solidFill>
                  <a:schemeClr val="tx2"/>
                </a:solidFill>
              </a:defRPr>
            </a:lvl1pPr>
            <a:lvl2pPr marL="228600" indent="0">
              <a:spcAft>
                <a:spcPts val="600"/>
              </a:spcAft>
              <a:buNone/>
              <a:defRPr sz="1800">
                <a:solidFill>
                  <a:schemeClr val="tx2"/>
                </a:solidFill>
              </a:defRPr>
            </a:lvl2pPr>
            <a:lvl3pPr>
              <a:spcAft>
                <a:spcPts val="600"/>
              </a:spcAft>
              <a:defRPr sz="1800"/>
            </a:lvl3pPr>
            <a:lvl4pPr>
              <a:spcAft>
                <a:spcPts val="600"/>
              </a:spcAft>
              <a:defRPr sz="1800"/>
            </a:lvl4pPr>
            <a:lvl5pPr>
              <a:spcAft>
                <a:spcPts val="600"/>
              </a:spcAft>
              <a:defRPr sz="1800"/>
            </a:lvl5pPr>
          </a:lstStyle>
          <a:p>
            <a:pPr lvl="0"/>
            <a:r>
              <a:rPr lang="en-US" dirty="0"/>
              <a:t>Click to add content</a:t>
            </a:r>
          </a:p>
          <a:p>
            <a:pPr lvl="1"/>
            <a:r>
              <a:rPr lang="en-US" dirty="0"/>
              <a:t>Second level</a:t>
            </a:r>
          </a:p>
        </p:txBody>
      </p:sp>
      <p:sp>
        <p:nvSpPr>
          <p:cNvPr id="6" name="Table Placeholder 5">
            <a:extLst>
              <a:ext uri="{FF2B5EF4-FFF2-40B4-BE49-F238E27FC236}">
                <a16:creationId xmlns:a16="http://schemas.microsoft.com/office/drawing/2014/main" id="{BE81C174-B581-A6F3-A3B5-8072C0050E9C}"/>
              </a:ext>
            </a:extLst>
          </p:cNvPr>
          <p:cNvSpPr>
            <a:spLocks noGrp="1"/>
          </p:cNvSpPr>
          <p:nvPr>
            <p:ph type="tbl" sz="quarter" idx="13"/>
          </p:nvPr>
        </p:nvSpPr>
        <p:spPr>
          <a:xfrm>
            <a:off x="4851400" y="2495074"/>
            <a:ext cx="6643944" cy="3776186"/>
          </a:xfrm>
        </p:spPr>
        <p:txBody>
          <a:bodyPr/>
          <a:lstStyle>
            <a:lvl1pPr>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US"/>
              <a:t>Click icon to add table</a:t>
            </a:r>
            <a:endParaRPr lang="en-US" dirty="0"/>
          </a:p>
        </p:txBody>
      </p:sp>
    </p:spTree>
    <p:extLst>
      <p:ext uri="{BB962C8B-B14F-4D97-AF65-F5344CB8AC3E}">
        <p14:creationId xmlns:p14="http://schemas.microsoft.com/office/powerpoint/2010/main" val="2927646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bg1">
            <a:lumMod val="95000"/>
          </a:schemeClr>
        </a:solidFill>
        <a:effectLst/>
      </p:bgPr>
    </p:bg>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1287CC22-A7CC-E0D0-F44E-BA217E882E53}"/>
              </a:ext>
              <a:ext uri="{C183D7F6-B498-43B3-948B-1728B52AA6E4}">
                <adec:decorative xmlns:adec="http://schemas.microsoft.com/office/drawing/2017/decorative" val="1"/>
              </a:ext>
            </a:extLst>
          </p:cNvPr>
          <p:cNvSpPr/>
          <p:nvPr userDrawn="1"/>
        </p:nvSpPr>
        <p:spPr>
          <a:xfrm>
            <a:off x="0" y="0"/>
            <a:ext cx="6502400" cy="6858000"/>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17" name="Rectangle 16">
            <a:extLst>
              <a:ext uri="{FF2B5EF4-FFF2-40B4-BE49-F238E27FC236}">
                <a16:creationId xmlns:a16="http://schemas.microsoft.com/office/drawing/2014/main" id="{B04769DB-2A07-BC51-5527-403CA838F4C5}"/>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DE8D0011-1BF5-77D1-D2AC-ABFFC21247C9}"/>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2B36471-5251-E878-F044-38C6E40BC5DE}"/>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8AEBCDBA-FCC7-7DE8-DA64-AEF047502AF0}"/>
              </a:ext>
            </a:extLst>
          </p:cNvPr>
          <p:cNvSpPr>
            <a:spLocks noGrp="1"/>
          </p:cNvSpPr>
          <p:nvPr>
            <p:ph type="title" hasCustomPrompt="1"/>
          </p:nvPr>
        </p:nvSpPr>
        <p:spPr>
          <a:xfrm rot="16200000">
            <a:off x="-1749423" y="2290758"/>
            <a:ext cx="6276974" cy="2276477"/>
          </a:xfrm>
          <a:effectLst/>
        </p:spPr>
        <p:txBody>
          <a:bodyPr tIns="0" bIns="0" anchor="ctr">
            <a:noAutofit/>
          </a:bodyPr>
          <a:lstStyle>
            <a:lvl1pPr algn="ctr">
              <a:defRPr sz="4000" b="0" cap="all" spc="0" baseline="0">
                <a:solidFill>
                  <a:schemeClr val="tx2"/>
                </a:solidFill>
              </a:defRPr>
            </a:lvl1pPr>
          </a:lstStyle>
          <a:p>
            <a:r>
              <a:rPr lang="en-US" dirty="0"/>
              <a:t>Click to Add title</a:t>
            </a:r>
          </a:p>
        </p:txBody>
      </p:sp>
      <p:sp>
        <p:nvSpPr>
          <p:cNvPr id="16" name="Slide Number Placeholder 4">
            <a:extLst>
              <a:ext uri="{FF2B5EF4-FFF2-40B4-BE49-F238E27FC236}">
                <a16:creationId xmlns:a16="http://schemas.microsoft.com/office/drawing/2014/main" id="{3CC93403-272F-4058-38E7-95034FA1AFCF}"/>
              </a:ext>
            </a:extLst>
          </p:cNvPr>
          <p:cNvSpPr>
            <a:spLocks noGrp="1"/>
          </p:cNvSpPr>
          <p:nvPr>
            <p:ph type="sldNum" sz="quarter" idx="12"/>
          </p:nvPr>
        </p:nvSpPr>
        <p:spPr>
          <a:xfrm>
            <a:off x="2194590" y="3062287"/>
            <a:ext cx="665421" cy="766763"/>
          </a:xfrm>
          <a:prstGeom prst="rect">
            <a:avLst/>
          </a:prstGeom>
          <a:noFill/>
          <a:effectLst/>
        </p:spPr>
        <p:txBody>
          <a:bodyPr lIns="0" rIns="0"/>
          <a:lstStyle>
            <a:lvl1pPr algn="ctr">
              <a:defRPr lang="en-US" sz="1800" b="1" kern="1200" cap="all" spc="150" baseline="0" smtClean="0">
                <a:solidFill>
                  <a:schemeClr val="tx2"/>
                </a:solidFill>
                <a:latin typeface="+mn-lt"/>
                <a:ea typeface="+mn-ea"/>
                <a:cs typeface="+mn-cs"/>
              </a:defRPr>
            </a:lvl1pPr>
          </a:lstStyle>
          <a:p>
            <a:fld id="{8A7A6979-0714-4377-B894-6BE4C2D6E202}" type="slidenum">
              <a:rPr lang="en-US" smtClean="0"/>
              <a:pPr/>
              <a:t>‹#›</a:t>
            </a:fld>
            <a:endParaRPr lang="en-US" dirty="0"/>
          </a:p>
        </p:txBody>
      </p:sp>
      <p:sp>
        <p:nvSpPr>
          <p:cNvPr id="24" name="Content Placeholder 3">
            <a:extLst>
              <a:ext uri="{FF2B5EF4-FFF2-40B4-BE49-F238E27FC236}">
                <a16:creationId xmlns:a16="http://schemas.microsoft.com/office/drawing/2014/main" id="{AFFC2B28-B6DF-BDF7-16A8-28ECC1D99214}"/>
              </a:ext>
            </a:extLst>
          </p:cNvPr>
          <p:cNvSpPr>
            <a:spLocks noGrp="1"/>
          </p:cNvSpPr>
          <p:nvPr>
            <p:ph sz="half" idx="14" hasCustomPrompt="1"/>
          </p:nvPr>
        </p:nvSpPr>
        <p:spPr>
          <a:xfrm>
            <a:off x="3305842" y="867412"/>
            <a:ext cx="3196558" cy="5123178"/>
          </a:xfrm>
        </p:spPr>
        <p:txBody>
          <a:bodyPr>
            <a:normAutofit/>
          </a:bodyPr>
          <a:lstStyle>
            <a:lvl1pPr>
              <a:spcAft>
                <a:spcPts val="600"/>
              </a:spcAft>
              <a:defRPr sz="1800">
                <a:solidFill>
                  <a:schemeClr val="tx2"/>
                </a:solidFill>
              </a:defRPr>
            </a:lvl1pPr>
            <a:lvl2pPr>
              <a:spcAft>
                <a:spcPts val="600"/>
              </a:spcAft>
              <a:defRPr sz="1800">
                <a:solidFill>
                  <a:schemeClr val="tx2"/>
                </a:solidFill>
              </a:defRPr>
            </a:lvl2pPr>
            <a:lvl3pPr>
              <a:spcAft>
                <a:spcPts val="600"/>
              </a:spcAft>
              <a:defRPr sz="1800">
                <a:solidFill>
                  <a:schemeClr val="tx2"/>
                </a:solidFill>
              </a:defRPr>
            </a:lvl3pPr>
            <a:lvl4pPr>
              <a:spcAft>
                <a:spcPts val="600"/>
              </a:spcAft>
              <a:defRPr sz="1800">
                <a:solidFill>
                  <a:schemeClr val="tx2"/>
                </a:solidFill>
              </a:defRPr>
            </a:lvl4pPr>
            <a:lvl5pPr>
              <a:spcAft>
                <a:spcPts val="600"/>
              </a:spcAft>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1"/>
            <a:endParaRPr lang="en-US" dirty="0"/>
          </a:p>
        </p:txBody>
      </p:sp>
      <p:sp>
        <p:nvSpPr>
          <p:cNvPr id="10" name="Content Placeholder 3">
            <a:extLst>
              <a:ext uri="{FF2B5EF4-FFF2-40B4-BE49-F238E27FC236}">
                <a16:creationId xmlns:a16="http://schemas.microsoft.com/office/drawing/2014/main" id="{E6D26F94-DE81-6530-E728-ABDCC088359D}"/>
              </a:ext>
            </a:extLst>
          </p:cNvPr>
          <p:cNvSpPr>
            <a:spLocks noGrp="1"/>
          </p:cNvSpPr>
          <p:nvPr>
            <p:ph sz="half" idx="2" hasCustomPrompt="1"/>
          </p:nvPr>
        </p:nvSpPr>
        <p:spPr>
          <a:xfrm>
            <a:off x="6753224" y="867412"/>
            <a:ext cx="4742119" cy="5123178"/>
          </a:xfrm>
        </p:spPr>
        <p:txBody>
          <a:bodyPr>
            <a:normAutofit/>
          </a:bodyPr>
          <a:lstStyle>
            <a:lvl1pPr>
              <a:spcAft>
                <a:spcPts val="600"/>
              </a:spcAft>
              <a:defRPr sz="1800">
                <a:solidFill>
                  <a:schemeClr val="tx2"/>
                </a:solidFill>
              </a:defRPr>
            </a:lvl1pPr>
            <a:lvl2pPr>
              <a:spcAft>
                <a:spcPts val="600"/>
              </a:spcAft>
              <a:defRPr sz="1800">
                <a:solidFill>
                  <a:schemeClr val="tx2"/>
                </a:solidFill>
              </a:defRPr>
            </a:lvl2pPr>
            <a:lvl3pPr>
              <a:spcAft>
                <a:spcPts val="600"/>
              </a:spcAft>
              <a:defRPr sz="1800">
                <a:solidFill>
                  <a:schemeClr val="tx2"/>
                </a:solidFill>
              </a:defRPr>
            </a:lvl3pPr>
            <a:lvl4pPr>
              <a:spcAft>
                <a:spcPts val="600"/>
              </a:spcAft>
              <a:defRPr sz="1800">
                <a:solidFill>
                  <a:schemeClr val="tx2"/>
                </a:solidFill>
              </a:defRPr>
            </a:lvl4pPr>
            <a:lvl5pPr>
              <a:spcAft>
                <a:spcPts val="600"/>
              </a:spcAft>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1"/>
            <a:endParaRPr lang="en-US" dirty="0"/>
          </a:p>
        </p:txBody>
      </p:sp>
    </p:spTree>
    <p:extLst>
      <p:ext uri="{BB962C8B-B14F-4D97-AF65-F5344CB8AC3E}">
        <p14:creationId xmlns:p14="http://schemas.microsoft.com/office/powerpoint/2010/main" val="7072513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lumMod val="95000"/>
          </a:schemeClr>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AFFC437-DF02-7776-8224-91AD11D74BD6}"/>
              </a:ext>
              <a:ext uri="{C183D7F6-B498-43B3-948B-1728B52AA6E4}">
                <adec:decorative xmlns:adec="http://schemas.microsoft.com/office/drawing/2017/decorative" val="1"/>
              </a:ext>
            </a:extLst>
          </p:cNvPr>
          <p:cNvSpPr/>
          <p:nvPr userDrawn="1"/>
        </p:nvSpPr>
        <p:spPr>
          <a:xfrm>
            <a:off x="11405238" y="-4"/>
            <a:ext cx="786761" cy="685800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8B767E2A-FC6B-2D96-EF20-768A6E8BB6D9}"/>
              </a:ext>
              <a:ext uri="{C183D7F6-B498-43B3-948B-1728B52AA6E4}">
                <adec:decorative xmlns:adec="http://schemas.microsoft.com/office/drawing/2017/decorative" val="1"/>
              </a:ext>
            </a:extLst>
          </p:cNvPr>
          <p:cNvSpPr/>
          <p:nvPr userDrawn="1"/>
        </p:nvSpPr>
        <p:spPr>
          <a:xfrm>
            <a:off x="0" y="0"/>
            <a:ext cx="3063238" cy="685800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itle 1">
            <a:extLst>
              <a:ext uri="{FF2B5EF4-FFF2-40B4-BE49-F238E27FC236}">
                <a16:creationId xmlns:a16="http://schemas.microsoft.com/office/drawing/2014/main" id="{71A79F2D-2D69-D1C7-FD7D-70C2EAE42085}"/>
              </a:ext>
            </a:extLst>
          </p:cNvPr>
          <p:cNvSpPr>
            <a:spLocks noGrp="1"/>
          </p:cNvSpPr>
          <p:nvPr>
            <p:ph type="title" hasCustomPrompt="1"/>
          </p:nvPr>
        </p:nvSpPr>
        <p:spPr>
          <a:xfrm rot="16200000">
            <a:off x="-1749423" y="2290758"/>
            <a:ext cx="6276974" cy="2276477"/>
          </a:xfrm>
          <a:effectLst/>
        </p:spPr>
        <p:txBody>
          <a:bodyPr tIns="0" bIns="0" anchor="ctr">
            <a:noAutofit/>
          </a:bodyPr>
          <a:lstStyle>
            <a:lvl1pPr algn="ctr">
              <a:defRPr sz="4000" b="0" cap="all" spc="0" baseline="0">
                <a:solidFill>
                  <a:schemeClr val="tx2"/>
                </a:solidFill>
              </a:defRPr>
            </a:lvl1pPr>
          </a:lstStyle>
          <a:p>
            <a:r>
              <a:rPr lang="en-US" dirty="0"/>
              <a:t>Click to Add title</a:t>
            </a:r>
          </a:p>
        </p:txBody>
      </p:sp>
      <p:sp>
        <p:nvSpPr>
          <p:cNvPr id="14" name="Slide Number Placeholder 4">
            <a:extLst>
              <a:ext uri="{FF2B5EF4-FFF2-40B4-BE49-F238E27FC236}">
                <a16:creationId xmlns:a16="http://schemas.microsoft.com/office/drawing/2014/main" id="{405BE07A-FC17-07E2-4E28-5883FC2CAE76}"/>
              </a:ext>
            </a:extLst>
          </p:cNvPr>
          <p:cNvSpPr>
            <a:spLocks noGrp="1"/>
          </p:cNvSpPr>
          <p:nvPr>
            <p:ph type="sldNum" sz="quarter" idx="12"/>
          </p:nvPr>
        </p:nvSpPr>
        <p:spPr>
          <a:xfrm>
            <a:off x="2194590" y="3062287"/>
            <a:ext cx="665421" cy="766763"/>
          </a:xfrm>
          <a:prstGeom prst="rect">
            <a:avLst/>
          </a:prstGeom>
          <a:noFill/>
          <a:effectLst/>
        </p:spPr>
        <p:txBody>
          <a:bodyPr lIns="0" rIns="0"/>
          <a:lstStyle>
            <a:lvl1pPr algn="ctr">
              <a:defRPr lang="en-US" sz="1800" b="1" kern="1200" cap="all" spc="150" baseline="0" smtClean="0">
                <a:solidFill>
                  <a:schemeClr val="tx2"/>
                </a:solidFill>
                <a:latin typeface="+mn-lt"/>
                <a:ea typeface="+mn-ea"/>
                <a:cs typeface="+mn-cs"/>
              </a:defRPr>
            </a:lvl1pPr>
          </a:lstStyle>
          <a:p>
            <a:fld id="{8A7A6979-0714-4377-B894-6BE4C2D6E202}" type="slidenum">
              <a:rPr lang="en-US" smtClean="0"/>
              <a:pPr/>
              <a:t>‹#›</a:t>
            </a:fld>
            <a:endParaRPr lang="en-US" dirty="0"/>
          </a:p>
        </p:txBody>
      </p:sp>
      <p:sp>
        <p:nvSpPr>
          <p:cNvPr id="15" name="Rectangle 14">
            <a:extLst>
              <a:ext uri="{FF2B5EF4-FFF2-40B4-BE49-F238E27FC236}">
                <a16:creationId xmlns:a16="http://schemas.microsoft.com/office/drawing/2014/main" id="{1B6D408C-2A4E-CEE1-5980-F9BC89383CA8}"/>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a:extLst>
              <a:ext uri="{FF2B5EF4-FFF2-40B4-BE49-F238E27FC236}">
                <a16:creationId xmlns:a16="http://schemas.microsoft.com/office/drawing/2014/main" id="{44E622ED-3DA5-D5E9-B688-B2000E522060}"/>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F1677B7-A20C-1A5D-301E-5B7DCAF1B61A}"/>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Content Placeholder 6">
            <a:extLst>
              <a:ext uri="{FF2B5EF4-FFF2-40B4-BE49-F238E27FC236}">
                <a16:creationId xmlns:a16="http://schemas.microsoft.com/office/drawing/2014/main" id="{A6AD29FD-92CC-65CC-1E8B-437A1E59A589}"/>
              </a:ext>
            </a:extLst>
          </p:cNvPr>
          <p:cNvSpPr>
            <a:spLocks noGrp="1"/>
          </p:cNvSpPr>
          <p:nvPr>
            <p:ph sz="quarter" idx="13" hasCustomPrompt="1"/>
          </p:nvPr>
        </p:nvSpPr>
        <p:spPr>
          <a:xfrm>
            <a:off x="3489960" y="892175"/>
            <a:ext cx="7482839" cy="5073650"/>
          </a:xfrm>
          <a:effectLst/>
        </p:spPr>
        <p:txBody>
          <a:bodyPr anchor="ctr">
            <a:normAutofit/>
          </a:bodyPr>
          <a:lstStyle>
            <a:lvl1pPr marL="0" indent="0" algn="l">
              <a:spcAft>
                <a:spcPts val="1200"/>
              </a:spcAft>
              <a:buNone/>
              <a:defRPr sz="2800">
                <a:solidFill>
                  <a:schemeClr val="tx2"/>
                </a:solidFill>
              </a:defRPr>
            </a:lvl1pPr>
            <a:lvl2pPr marL="228600" indent="0" algn="l">
              <a:spcAft>
                <a:spcPts val="1200"/>
              </a:spcAft>
              <a:buNone/>
              <a:defRPr sz="2800">
                <a:solidFill>
                  <a:schemeClr val="tx2"/>
                </a:solidFill>
              </a:defRPr>
            </a:lvl2pPr>
            <a:lvl3pPr marL="457200" indent="0" algn="l">
              <a:spcAft>
                <a:spcPts val="1200"/>
              </a:spcAft>
              <a:buNone/>
              <a:defRPr sz="2800">
                <a:solidFill>
                  <a:schemeClr val="tx2"/>
                </a:solidFill>
              </a:defRPr>
            </a:lvl3pPr>
            <a:lvl4pPr marL="685800" indent="0" algn="l">
              <a:spcAft>
                <a:spcPts val="1200"/>
              </a:spcAft>
              <a:buNone/>
              <a:defRPr sz="2800">
                <a:solidFill>
                  <a:schemeClr val="tx2"/>
                </a:solidFill>
              </a:defRPr>
            </a:lvl4pPr>
            <a:lvl5pPr marL="914400" indent="0" algn="l">
              <a:spcAft>
                <a:spcPts val="1200"/>
              </a:spcAft>
              <a:buNone/>
              <a:defRPr sz="2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458139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bg1">
            <a:lumMod val="95000"/>
          </a:schemeClr>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392207A-D227-5650-4C58-FA396957B724}"/>
              </a:ext>
              <a:ext uri="{C183D7F6-B498-43B3-948B-1728B52AA6E4}">
                <adec:decorative xmlns:adec="http://schemas.microsoft.com/office/drawing/2017/decorative" val="1"/>
              </a:ext>
            </a:extLst>
          </p:cNvPr>
          <p:cNvSpPr/>
          <p:nvPr userDrawn="1"/>
        </p:nvSpPr>
        <p:spPr>
          <a:xfrm>
            <a:off x="0" y="-5"/>
            <a:ext cx="1445866" cy="6858000"/>
          </a:xfrm>
          <a:custGeom>
            <a:avLst/>
            <a:gdLst>
              <a:gd name="connsiteX0" fmla="*/ 605303 w 1445866"/>
              <a:gd name="connsiteY0" fmla="*/ 6858000 h 6858000"/>
              <a:gd name="connsiteX1" fmla="*/ 233348 w 1445866"/>
              <a:gd name="connsiteY1" fmla="*/ 6858000 h 6858000"/>
              <a:gd name="connsiteX2" fmla="*/ 0 w 1445866"/>
              <a:gd name="connsiteY2" fmla="*/ 6858000 h 6858000"/>
              <a:gd name="connsiteX3" fmla="*/ 0 w 1445866"/>
              <a:gd name="connsiteY3" fmla="*/ 0 h 6858000"/>
              <a:gd name="connsiteX4" fmla="*/ 233348 w 1445866"/>
              <a:gd name="connsiteY4" fmla="*/ 0 h 6858000"/>
              <a:gd name="connsiteX5" fmla="*/ 605299 w 1445866"/>
              <a:gd name="connsiteY5" fmla="*/ 0 h 6858000"/>
              <a:gd name="connsiteX6" fmla="*/ 610635 w 1445866"/>
              <a:gd name="connsiteY6" fmla="*/ 1372 h 6858000"/>
              <a:gd name="connsiteX7" fmla="*/ 1445866 w 1445866"/>
              <a:gd name="connsiteY7" fmla="*/ 1136650 h 6858000"/>
              <a:gd name="connsiteX8" fmla="*/ 719850 w 1445866"/>
              <a:gd name="connsiteY8" fmla="*/ 2231955 h 6858000"/>
              <a:gd name="connsiteX9" fmla="*/ 555970 w 1445866"/>
              <a:gd name="connsiteY9" fmla="*/ 2282826 h 6858000"/>
              <a:gd name="connsiteX10" fmla="*/ 719850 w 1445866"/>
              <a:gd name="connsiteY10" fmla="*/ 2333697 h 6858000"/>
              <a:gd name="connsiteX11" fmla="*/ 1445866 w 1445866"/>
              <a:gd name="connsiteY11" fmla="*/ 3429001 h 6858000"/>
              <a:gd name="connsiteX12" fmla="*/ 719850 w 1445866"/>
              <a:gd name="connsiteY12" fmla="*/ 4524306 h 6858000"/>
              <a:gd name="connsiteX13" fmla="*/ 555972 w 1445866"/>
              <a:gd name="connsiteY13" fmla="*/ 4575176 h 6858000"/>
              <a:gd name="connsiteX14" fmla="*/ 719850 w 1445866"/>
              <a:gd name="connsiteY14" fmla="*/ 4626047 h 6858000"/>
              <a:gd name="connsiteX15" fmla="*/ 1445866 w 1445866"/>
              <a:gd name="connsiteY15" fmla="*/ 5721351 h 6858000"/>
              <a:gd name="connsiteX16" fmla="*/ 610635 w 1445866"/>
              <a:gd name="connsiteY16" fmla="*/ 685662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45866" h="6858000">
                <a:moveTo>
                  <a:pt x="605303" y="6858000"/>
                </a:moveTo>
                <a:lnTo>
                  <a:pt x="233348" y="6858000"/>
                </a:lnTo>
                <a:lnTo>
                  <a:pt x="0" y="6858000"/>
                </a:lnTo>
                <a:lnTo>
                  <a:pt x="0" y="0"/>
                </a:lnTo>
                <a:lnTo>
                  <a:pt x="233348" y="0"/>
                </a:lnTo>
                <a:lnTo>
                  <a:pt x="605299" y="0"/>
                </a:lnTo>
                <a:lnTo>
                  <a:pt x="610635" y="1372"/>
                </a:lnTo>
                <a:cubicBezTo>
                  <a:pt x="1094526" y="151878"/>
                  <a:pt x="1445866" y="603234"/>
                  <a:pt x="1445866" y="1136650"/>
                </a:cubicBezTo>
                <a:cubicBezTo>
                  <a:pt x="1445866" y="1629034"/>
                  <a:pt x="1146499" y="2051497"/>
                  <a:pt x="719850" y="2231955"/>
                </a:cubicBezTo>
                <a:lnTo>
                  <a:pt x="555970" y="2282826"/>
                </a:lnTo>
                <a:lnTo>
                  <a:pt x="719850" y="2333697"/>
                </a:lnTo>
                <a:cubicBezTo>
                  <a:pt x="1146499" y="2514154"/>
                  <a:pt x="1445866" y="2936617"/>
                  <a:pt x="1445866" y="3429001"/>
                </a:cubicBezTo>
                <a:cubicBezTo>
                  <a:pt x="1445866" y="3921385"/>
                  <a:pt x="1146499" y="4343848"/>
                  <a:pt x="719850" y="4524306"/>
                </a:cubicBezTo>
                <a:lnTo>
                  <a:pt x="555972" y="4575176"/>
                </a:lnTo>
                <a:lnTo>
                  <a:pt x="719850" y="4626047"/>
                </a:lnTo>
                <a:cubicBezTo>
                  <a:pt x="1146499" y="4806504"/>
                  <a:pt x="1445866" y="5228967"/>
                  <a:pt x="1445866" y="5721351"/>
                </a:cubicBezTo>
                <a:cubicBezTo>
                  <a:pt x="1445866" y="6254767"/>
                  <a:pt x="1094526" y="6706123"/>
                  <a:pt x="610635" y="6856629"/>
                </a:cubicBezTo>
                <a:close/>
              </a:path>
            </a:pathLst>
          </a:cu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3" name="Freeform: Shape 2">
            <a:extLst>
              <a:ext uri="{FF2B5EF4-FFF2-40B4-BE49-F238E27FC236}">
                <a16:creationId xmlns:a16="http://schemas.microsoft.com/office/drawing/2014/main" id="{123BCBAF-4668-B2E6-7681-7E02428B4392}"/>
              </a:ext>
              <a:ext uri="{C183D7F6-B498-43B3-948B-1728B52AA6E4}">
                <adec:decorative xmlns:adec="http://schemas.microsoft.com/office/drawing/2017/decorative" val="1"/>
              </a:ext>
            </a:extLst>
          </p:cNvPr>
          <p:cNvSpPr/>
          <p:nvPr userDrawn="1"/>
        </p:nvSpPr>
        <p:spPr>
          <a:xfrm rot="10800000">
            <a:off x="10746134" y="-4"/>
            <a:ext cx="1445866" cy="6858000"/>
          </a:xfrm>
          <a:custGeom>
            <a:avLst/>
            <a:gdLst>
              <a:gd name="connsiteX0" fmla="*/ 605303 w 1445866"/>
              <a:gd name="connsiteY0" fmla="*/ 6858000 h 6858000"/>
              <a:gd name="connsiteX1" fmla="*/ 233348 w 1445866"/>
              <a:gd name="connsiteY1" fmla="*/ 6858000 h 6858000"/>
              <a:gd name="connsiteX2" fmla="*/ 0 w 1445866"/>
              <a:gd name="connsiteY2" fmla="*/ 6858000 h 6858000"/>
              <a:gd name="connsiteX3" fmla="*/ 0 w 1445866"/>
              <a:gd name="connsiteY3" fmla="*/ 0 h 6858000"/>
              <a:gd name="connsiteX4" fmla="*/ 233348 w 1445866"/>
              <a:gd name="connsiteY4" fmla="*/ 0 h 6858000"/>
              <a:gd name="connsiteX5" fmla="*/ 605299 w 1445866"/>
              <a:gd name="connsiteY5" fmla="*/ 0 h 6858000"/>
              <a:gd name="connsiteX6" fmla="*/ 610635 w 1445866"/>
              <a:gd name="connsiteY6" fmla="*/ 1372 h 6858000"/>
              <a:gd name="connsiteX7" fmla="*/ 1445866 w 1445866"/>
              <a:gd name="connsiteY7" fmla="*/ 1136650 h 6858000"/>
              <a:gd name="connsiteX8" fmla="*/ 719850 w 1445866"/>
              <a:gd name="connsiteY8" fmla="*/ 2231955 h 6858000"/>
              <a:gd name="connsiteX9" fmla="*/ 555970 w 1445866"/>
              <a:gd name="connsiteY9" fmla="*/ 2282826 h 6858000"/>
              <a:gd name="connsiteX10" fmla="*/ 719850 w 1445866"/>
              <a:gd name="connsiteY10" fmla="*/ 2333697 h 6858000"/>
              <a:gd name="connsiteX11" fmla="*/ 1445866 w 1445866"/>
              <a:gd name="connsiteY11" fmla="*/ 3429001 h 6858000"/>
              <a:gd name="connsiteX12" fmla="*/ 719850 w 1445866"/>
              <a:gd name="connsiteY12" fmla="*/ 4524306 h 6858000"/>
              <a:gd name="connsiteX13" fmla="*/ 555972 w 1445866"/>
              <a:gd name="connsiteY13" fmla="*/ 4575176 h 6858000"/>
              <a:gd name="connsiteX14" fmla="*/ 719850 w 1445866"/>
              <a:gd name="connsiteY14" fmla="*/ 4626047 h 6858000"/>
              <a:gd name="connsiteX15" fmla="*/ 1445866 w 1445866"/>
              <a:gd name="connsiteY15" fmla="*/ 5721351 h 6858000"/>
              <a:gd name="connsiteX16" fmla="*/ 610635 w 1445866"/>
              <a:gd name="connsiteY16" fmla="*/ 685662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45866" h="6858000">
                <a:moveTo>
                  <a:pt x="605303" y="6858000"/>
                </a:moveTo>
                <a:lnTo>
                  <a:pt x="233348" y="6858000"/>
                </a:lnTo>
                <a:lnTo>
                  <a:pt x="0" y="6858000"/>
                </a:lnTo>
                <a:lnTo>
                  <a:pt x="0" y="0"/>
                </a:lnTo>
                <a:lnTo>
                  <a:pt x="233348" y="0"/>
                </a:lnTo>
                <a:lnTo>
                  <a:pt x="605299" y="0"/>
                </a:lnTo>
                <a:lnTo>
                  <a:pt x="610635" y="1372"/>
                </a:lnTo>
                <a:cubicBezTo>
                  <a:pt x="1094526" y="151878"/>
                  <a:pt x="1445866" y="603234"/>
                  <a:pt x="1445866" y="1136650"/>
                </a:cubicBezTo>
                <a:cubicBezTo>
                  <a:pt x="1445866" y="1629034"/>
                  <a:pt x="1146499" y="2051497"/>
                  <a:pt x="719850" y="2231955"/>
                </a:cubicBezTo>
                <a:lnTo>
                  <a:pt x="555970" y="2282826"/>
                </a:lnTo>
                <a:lnTo>
                  <a:pt x="719850" y="2333697"/>
                </a:lnTo>
                <a:cubicBezTo>
                  <a:pt x="1146499" y="2514154"/>
                  <a:pt x="1445866" y="2936617"/>
                  <a:pt x="1445866" y="3429001"/>
                </a:cubicBezTo>
                <a:cubicBezTo>
                  <a:pt x="1445866" y="3921385"/>
                  <a:pt x="1146499" y="4343848"/>
                  <a:pt x="719850" y="4524306"/>
                </a:cubicBezTo>
                <a:lnTo>
                  <a:pt x="555972" y="4575176"/>
                </a:lnTo>
                <a:lnTo>
                  <a:pt x="719850" y="4626047"/>
                </a:lnTo>
                <a:cubicBezTo>
                  <a:pt x="1146499" y="4806504"/>
                  <a:pt x="1445866" y="5228967"/>
                  <a:pt x="1445866" y="5721351"/>
                </a:cubicBezTo>
                <a:cubicBezTo>
                  <a:pt x="1445866" y="6254767"/>
                  <a:pt x="1094526" y="6706123"/>
                  <a:pt x="610635" y="6856629"/>
                </a:cubicBezTo>
                <a:close/>
              </a:path>
            </a:pathLst>
          </a:cu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5" name="Rectangle 4">
            <a:extLst>
              <a:ext uri="{FF2B5EF4-FFF2-40B4-BE49-F238E27FC236}">
                <a16:creationId xmlns:a16="http://schemas.microsoft.com/office/drawing/2014/main" id="{9294B31B-4290-C588-1212-26E6B428FDF5}"/>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cxnSp>
        <p:nvCxnSpPr>
          <p:cNvPr id="6" name="Straight Connector 5">
            <a:extLst>
              <a:ext uri="{FF2B5EF4-FFF2-40B4-BE49-F238E27FC236}">
                <a16:creationId xmlns:a16="http://schemas.microsoft.com/office/drawing/2014/main" id="{28628E6D-0C29-7F8E-67C4-175F211E705F}"/>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5D0695C-2845-A017-44FF-AC8172007732}"/>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C4F8C32-8C97-2BA7-D756-712EEDF1439D}"/>
              </a:ext>
              <a:ext uri="{C183D7F6-B498-43B3-948B-1728B52AA6E4}">
                <adec:decorative xmlns:adec="http://schemas.microsoft.com/office/drawing/2017/decorative" val="1"/>
              </a:ext>
            </a:extLst>
          </p:cNvPr>
          <p:cNvCxnSpPr>
            <a:cxnSpLocks/>
          </p:cNvCxnSpPr>
          <p:nvPr userDrawn="1"/>
        </p:nvCxnSpPr>
        <p:spPr>
          <a:xfrm>
            <a:off x="9683717"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A53929D-82C0-204B-3528-E111E5608AE6}"/>
              </a:ext>
              <a:ext uri="{C183D7F6-B498-43B3-948B-1728B52AA6E4}">
                <adec:decorative xmlns:adec="http://schemas.microsoft.com/office/drawing/2017/decorative" val="1"/>
              </a:ext>
            </a:extLst>
          </p:cNvPr>
          <p:cNvCxnSpPr>
            <a:cxnSpLocks/>
          </p:cNvCxnSpPr>
          <p:nvPr userDrawn="1"/>
        </p:nvCxnSpPr>
        <p:spPr>
          <a:xfrm>
            <a:off x="9683717"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DC68DE2F-0A5F-60BA-E2A6-247EF7CB8573}"/>
              </a:ext>
              <a:ext uri="{C183D7F6-B498-43B3-948B-1728B52AA6E4}">
                <adec:decorative xmlns:adec="http://schemas.microsoft.com/office/drawing/2017/decorative" val="1"/>
              </a:ext>
            </a:extLst>
          </p:cNvPr>
          <p:cNvGrpSpPr/>
          <p:nvPr userDrawn="1"/>
        </p:nvGrpSpPr>
        <p:grpSpPr>
          <a:xfrm>
            <a:off x="2517792" y="1543050"/>
            <a:ext cx="7165925" cy="3771900"/>
            <a:chOff x="2517792" y="1651000"/>
            <a:chExt cx="7165925" cy="3771900"/>
          </a:xfrm>
        </p:grpSpPr>
        <p:cxnSp>
          <p:nvCxnSpPr>
            <p:cNvPr id="12" name="Straight Connector 11">
              <a:extLst>
                <a:ext uri="{FF2B5EF4-FFF2-40B4-BE49-F238E27FC236}">
                  <a16:creationId xmlns:a16="http://schemas.microsoft.com/office/drawing/2014/main" id="{D2DE19A1-6F20-44CE-16E6-E01C080DB715}"/>
                </a:ext>
              </a:extLst>
            </p:cNvPr>
            <p:cNvCxnSpPr>
              <a:cxnSpLocks/>
            </p:cNvCxnSpPr>
            <p:nvPr userDrawn="1"/>
          </p:nvCxnSpPr>
          <p:spPr>
            <a:xfrm>
              <a:off x="2527301" y="1651000"/>
              <a:ext cx="7156416" cy="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A302056-7C77-84A9-00C4-C936CDB0EC14}"/>
                </a:ext>
              </a:extLst>
            </p:cNvPr>
            <p:cNvCxnSpPr>
              <a:cxnSpLocks/>
            </p:cNvCxnSpPr>
            <p:nvPr userDrawn="1"/>
          </p:nvCxnSpPr>
          <p:spPr>
            <a:xfrm>
              <a:off x="2517792" y="5422900"/>
              <a:ext cx="7156416" cy="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17EEDCF-A8F9-709D-CE34-6E183D26C2C2}"/>
              </a:ext>
            </a:extLst>
          </p:cNvPr>
          <p:cNvSpPr>
            <a:spLocks noGrp="1"/>
          </p:cNvSpPr>
          <p:nvPr>
            <p:ph type="title" hasCustomPrompt="1"/>
          </p:nvPr>
        </p:nvSpPr>
        <p:spPr>
          <a:xfrm>
            <a:off x="2527301" y="1786423"/>
            <a:ext cx="7156415" cy="1740548"/>
          </a:xfrm>
        </p:spPr>
        <p:txBody>
          <a:bodyPr anchor="b">
            <a:noAutofit/>
          </a:bodyPr>
          <a:lstStyle>
            <a:lvl1pPr algn="ctr">
              <a:defRPr sz="4000">
                <a:solidFill>
                  <a:schemeClr val="tx2"/>
                </a:solidFill>
              </a:defRPr>
            </a:lvl1pPr>
          </a:lstStyle>
          <a:p>
            <a:r>
              <a:rPr lang="en-US" dirty="0"/>
              <a:t>Click to Add title</a:t>
            </a:r>
          </a:p>
        </p:txBody>
      </p:sp>
      <p:sp>
        <p:nvSpPr>
          <p:cNvPr id="11" name="Content Placeholder 6">
            <a:extLst>
              <a:ext uri="{FF2B5EF4-FFF2-40B4-BE49-F238E27FC236}">
                <a16:creationId xmlns:a16="http://schemas.microsoft.com/office/drawing/2014/main" id="{3DD99B65-6C51-CA99-9872-6FD254075A80}"/>
              </a:ext>
            </a:extLst>
          </p:cNvPr>
          <p:cNvSpPr>
            <a:spLocks noGrp="1"/>
          </p:cNvSpPr>
          <p:nvPr>
            <p:ph sz="quarter" idx="13" hasCustomPrompt="1"/>
          </p:nvPr>
        </p:nvSpPr>
        <p:spPr>
          <a:xfrm>
            <a:off x="3521271" y="3670658"/>
            <a:ext cx="5149459" cy="1510939"/>
          </a:xfrm>
        </p:spPr>
        <p:txBody>
          <a:bodyPr lIns="182880">
            <a:noAutofit/>
          </a:bodyPr>
          <a:lstStyle>
            <a:lvl1pPr marL="0" indent="0" algn="ctr">
              <a:lnSpc>
                <a:spcPct val="150000"/>
              </a:lnSpc>
              <a:spcBef>
                <a:spcPts val="0"/>
              </a:spcBef>
              <a:buNone/>
              <a:defRPr sz="2000">
                <a:solidFill>
                  <a:schemeClr val="tx2"/>
                </a:solidFill>
              </a:defRPr>
            </a:lvl1pPr>
            <a:lvl2pPr marL="228600" indent="0" algn="ctr">
              <a:buNone/>
              <a:defRPr sz="2000"/>
            </a:lvl2pPr>
            <a:lvl3pPr marL="457200" indent="0" algn="ctr">
              <a:buNone/>
              <a:defRPr sz="2000"/>
            </a:lvl3pPr>
            <a:lvl4pPr marL="685800" indent="0" algn="ctr">
              <a:buNone/>
              <a:defRPr sz="2000"/>
            </a:lvl4pPr>
            <a:lvl5pPr marL="914400" indent="0" algn="ctr">
              <a:buNone/>
              <a:defRPr sz="2000"/>
            </a:lvl5pPr>
          </a:lstStyle>
          <a:p>
            <a:pPr lvl="0"/>
            <a:r>
              <a:rPr lang="en-US" dirty="0"/>
              <a:t>Click to add content</a:t>
            </a:r>
          </a:p>
        </p:txBody>
      </p:sp>
    </p:spTree>
    <p:extLst>
      <p:ext uri="{BB962C8B-B14F-4D97-AF65-F5344CB8AC3E}">
        <p14:creationId xmlns:p14="http://schemas.microsoft.com/office/powerpoint/2010/main" val="1512516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noFill/>
          <a:ln w="31750" cap="sq">
            <a:noFill/>
            <a:miter lim="800000"/>
          </a:ln>
        </p:spPr>
        <p:txBody>
          <a:bodyPr vert="horz" lIns="182880" tIns="182880" rIns="182880" bIns="182880" rtlCol="0" anchor="ctr">
            <a:normAutofit/>
          </a:bodyPr>
          <a:lstStyle/>
          <a:p>
            <a:r>
              <a:rPr lang="en-US"/>
              <a:t>Click to edit Master title style</a:t>
            </a:r>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F9B8B6D2-5532-4B59-9C5A-AB106F128946}" type="datetime1">
              <a:rPr lang="en-US" smtClean="0"/>
              <a:t>4/25/2026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738" r:id="rId1"/>
    <p:sldLayoutId id="2147483730" r:id="rId2"/>
    <p:sldLayoutId id="2147483747" r:id="rId3"/>
    <p:sldLayoutId id="2147483748" r:id="rId4"/>
    <p:sldLayoutId id="2147483708" r:id="rId5"/>
    <p:sldLayoutId id="2147483746" r:id="rId6"/>
    <p:sldLayoutId id="2147483725" r:id="rId7"/>
    <p:sldLayoutId id="2147483742" r:id="rId8"/>
    <p:sldLayoutId id="2147483736" r:id="rId9"/>
    <p:sldLayoutId id="2147483745" r:id="rId10"/>
    <p:sldLayoutId id="2147483741" r:id="rId11"/>
    <p:sldLayoutId id="2147483718" r:id="rId12"/>
    <p:sldLayoutId id="2147483737" r:id="rId13"/>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16" descr="Skyscrapers in city">
            <a:extLst>
              <a:ext uri="{FF2B5EF4-FFF2-40B4-BE49-F238E27FC236}">
                <a16:creationId xmlns:a16="http://schemas.microsoft.com/office/drawing/2014/main" id="{D0DCDC9B-472C-817C-9672-435D418D2329}"/>
              </a:ext>
            </a:extLst>
          </p:cNvPr>
          <p:cNvPicPr>
            <a:picLocks noGrp="1" noChangeAspect="1"/>
          </p:cNvPicPr>
          <p:nvPr>
            <p:ph type="pic" sz="quarter" idx="10"/>
          </p:nvPr>
        </p:nvPicPr>
        <p:blipFill>
          <a:blip r:embed="rId3" cstate="print">
            <a:duotone>
              <a:schemeClr val="accent3">
                <a:shade val="45000"/>
                <a:satMod val="135000"/>
              </a:schemeClr>
              <a:prstClr val="white"/>
            </a:duotone>
            <a:alphaModFix amt="35000"/>
            <a:extLst>
              <a:ext uri="{28A0092B-C50C-407E-A947-70E740481C1C}">
                <a14:useLocalDpi xmlns:a14="http://schemas.microsoft.com/office/drawing/2010/main"/>
              </a:ext>
            </a:extLst>
          </a:blip>
          <a:srcRect/>
          <a:stretch/>
        </p:blipFill>
        <p:spPr>
          <a:xfrm>
            <a:off x="2" y="0"/>
            <a:ext cx="12191999" cy="6858000"/>
          </a:xfrm>
        </p:spPr>
      </p:pic>
      <p:grpSp>
        <p:nvGrpSpPr>
          <p:cNvPr id="3" name="Group 2">
            <a:extLst>
              <a:ext uri="{FF2B5EF4-FFF2-40B4-BE49-F238E27FC236}">
                <a16:creationId xmlns:a16="http://schemas.microsoft.com/office/drawing/2014/main" id="{46D42DF4-FFE2-7AFF-4B36-222051AD8674}"/>
              </a:ext>
              <a:ext uri="{C183D7F6-B498-43B3-948B-1728B52AA6E4}">
                <adec:decorative xmlns:adec="http://schemas.microsoft.com/office/drawing/2017/decorative" val="1"/>
              </a:ext>
            </a:extLst>
          </p:cNvPr>
          <p:cNvGrpSpPr/>
          <p:nvPr/>
        </p:nvGrpSpPr>
        <p:grpSpPr>
          <a:xfrm>
            <a:off x="250825" y="254794"/>
            <a:ext cx="11690350" cy="6367462"/>
            <a:chOff x="250825" y="254794"/>
            <a:chExt cx="11690350" cy="6367462"/>
          </a:xfrm>
        </p:grpSpPr>
        <p:sp>
          <p:nvSpPr>
            <p:cNvPr id="6" name="Rectangle 5">
              <a:extLst>
                <a:ext uri="{FF2B5EF4-FFF2-40B4-BE49-F238E27FC236}">
                  <a16:creationId xmlns:a16="http://schemas.microsoft.com/office/drawing/2014/main" id="{9294B31B-4290-C588-1212-26E6B428FDF5}"/>
                </a:ext>
                <a:ext uri="{C183D7F6-B498-43B3-948B-1728B52AA6E4}">
                  <adec:decorative xmlns:adec="http://schemas.microsoft.com/office/drawing/2017/decorative" val="1"/>
                </a:ext>
              </a:extLst>
            </p:cNvPr>
            <p:cNvSpPr/>
            <p:nvPr/>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cxnSp>
          <p:nvCxnSpPr>
            <p:cNvPr id="7" name="Straight Connector 6">
              <a:extLst>
                <a:ext uri="{FF2B5EF4-FFF2-40B4-BE49-F238E27FC236}">
                  <a16:creationId xmlns:a16="http://schemas.microsoft.com/office/drawing/2014/main" id="{28628E6D-0C29-7F8E-67C4-175F211E705F}"/>
                </a:ext>
                <a:ext uri="{C183D7F6-B498-43B3-948B-1728B52AA6E4}">
                  <adec:decorative xmlns:adec="http://schemas.microsoft.com/office/drawing/2017/decorative" val="1"/>
                </a:ext>
              </a:extLst>
            </p:cNvPr>
            <p:cNvCxnSpPr>
              <a:cxnSpLocks/>
            </p:cNvCxnSpPr>
            <p:nvPr/>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5D0695C-2845-A017-44FF-AC8172007732}"/>
                </a:ext>
                <a:ext uri="{C183D7F6-B498-43B3-948B-1728B52AA6E4}">
                  <adec:decorative xmlns:adec="http://schemas.microsoft.com/office/drawing/2017/decorative" val="1"/>
                </a:ext>
              </a:extLst>
            </p:cNvPr>
            <p:cNvCxnSpPr>
              <a:cxnSpLocks/>
            </p:cNvCxnSpPr>
            <p:nvPr/>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C4F8C32-8C97-2BA7-D756-712EEDF1439D}"/>
                </a:ext>
                <a:ext uri="{C183D7F6-B498-43B3-948B-1728B52AA6E4}">
                  <adec:decorative xmlns:adec="http://schemas.microsoft.com/office/drawing/2017/decorative" val="1"/>
                </a:ext>
              </a:extLst>
            </p:cNvPr>
            <p:cNvCxnSpPr>
              <a:cxnSpLocks/>
            </p:cNvCxnSpPr>
            <p:nvPr/>
          </p:nvCxnSpPr>
          <p:spPr>
            <a:xfrm>
              <a:off x="9683717"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A53929D-82C0-204B-3528-E111E5608AE6}"/>
                </a:ext>
                <a:ext uri="{C183D7F6-B498-43B3-948B-1728B52AA6E4}">
                  <adec:decorative xmlns:adec="http://schemas.microsoft.com/office/drawing/2017/decorative" val="1"/>
                </a:ext>
              </a:extLst>
            </p:cNvPr>
            <p:cNvCxnSpPr>
              <a:cxnSpLocks/>
            </p:cNvCxnSpPr>
            <p:nvPr/>
          </p:nvCxnSpPr>
          <p:spPr>
            <a:xfrm>
              <a:off x="9683717"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DC68DE2F-0A5F-60BA-E2A6-247EF7CB8573}"/>
                </a:ext>
                <a:ext uri="{C183D7F6-B498-43B3-948B-1728B52AA6E4}">
                  <adec:decorative xmlns:adec="http://schemas.microsoft.com/office/drawing/2017/decorative" val="1"/>
                </a:ext>
              </a:extLst>
            </p:cNvPr>
            <p:cNvGrpSpPr/>
            <p:nvPr/>
          </p:nvGrpSpPr>
          <p:grpSpPr>
            <a:xfrm>
              <a:off x="2517792" y="1543050"/>
              <a:ext cx="7165925" cy="3771900"/>
              <a:chOff x="2517792" y="1651000"/>
              <a:chExt cx="7165925" cy="3771900"/>
            </a:xfrm>
          </p:grpSpPr>
          <p:cxnSp>
            <p:nvCxnSpPr>
              <p:cNvPr id="12" name="Straight Connector 11">
                <a:extLst>
                  <a:ext uri="{FF2B5EF4-FFF2-40B4-BE49-F238E27FC236}">
                    <a16:creationId xmlns:a16="http://schemas.microsoft.com/office/drawing/2014/main" id="{D2DE19A1-6F20-44CE-16E6-E01C080DB715}"/>
                  </a:ext>
                </a:extLst>
              </p:cNvPr>
              <p:cNvCxnSpPr>
                <a:cxnSpLocks/>
              </p:cNvCxnSpPr>
              <p:nvPr userDrawn="1"/>
            </p:nvCxnSpPr>
            <p:spPr>
              <a:xfrm>
                <a:off x="2527301" y="1651000"/>
                <a:ext cx="7156416" cy="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A302056-7C77-84A9-00C4-C936CDB0EC14}"/>
                  </a:ext>
                </a:extLst>
              </p:cNvPr>
              <p:cNvCxnSpPr>
                <a:cxnSpLocks/>
              </p:cNvCxnSpPr>
              <p:nvPr userDrawn="1"/>
            </p:nvCxnSpPr>
            <p:spPr>
              <a:xfrm>
                <a:off x="2517792" y="5422900"/>
                <a:ext cx="7156416" cy="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grpSp>
      </p:grpSp>
      <p:sp>
        <p:nvSpPr>
          <p:cNvPr id="11" name="Title 1">
            <a:extLst>
              <a:ext uri="{FF2B5EF4-FFF2-40B4-BE49-F238E27FC236}">
                <a16:creationId xmlns:a16="http://schemas.microsoft.com/office/drawing/2014/main" id="{9EE39777-9ABD-ECD6-49DE-528CA73FA2FD}"/>
              </a:ext>
            </a:extLst>
          </p:cNvPr>
          <p:cNvSpPr>
            <a:spLocks noGrp="1"/>
          </p:cNvSpPr>
          <p:nvPr>
            <p:ph type="title"/>
          </p:nvPr>
        </p:nvSpPr>
        <p:spPr>
          <a:xfrm>
            <a:off x="2527301" y="1748632"/>
            <a:ext cx="7156415" cy="2421031"/>
          </a:xfrm>
          <a:noFill/>
          <a:ln w="38100" cap="sq">
            <a:noFill/>
            <a:miter lim="800000"/>
          </a:ln>
        </p:spPr>
        <p:txBody>
          <a:bodyPr lIns="0" rIns="0" anchor="ctr" anchorCtr="0">
            <a:normAutofit/>
          </a:bodyPr>
          <a:lstStyle/>
          <a:p>
            <a:r>
              <a:rPr lang="en-CA" sz="4000" dirty="0"/>
              <a:t>Beijing Multi-Site Air Quality Analysis</a:t>
            </a:r>
            <a:endParaRPr lang="en-US" sz="4000" dirty="0"/>
          </a:p>
        </p:txBody>
      </p:sp>
      <p:sp>
        <p:nvSpPr>
          <p:cNvPr id="13" name="TextBox 12">
            <a:extLst>
              <a:ext uri="{FF2B5EF4-FFF2-40B4-BE49-F238E27FC236}">
                <a16:creationId xmlns:a16="http://schemas.microsoft.com/office/drawing/2014/main" id="{C6C911F8-6609-7E69-0E9F-3A93EE1C670E}"/>
              </a:ext>
            </a:extLst>
          </p:cNvPr>
          <p:cNvSpPr txBox="1"/>
          <p:nvPr/>
        </p:nvSpPr>
        <p:spPr>
          <a:xfrm>
            <a:off x="2527302" y="4571999"/>
            <a:ext cx="7030356" cy="461665"/>
          </a:xfrm>
          <a:prstGeom prst="rect">
            <a:avLst/>
          </a:prstGeom>
          <a:noFill/>
        </p:spPr>
        <p:txBody>
          <a:bodyPr wrap="square" rtlCol="0">
            <a:spAutoFit/>
          </a:bodyPr>
          <a:lstStyle/>
          <a:p>
            <a:pPr algn="ctr"/>
            <a:r>
              <a:rPr lang="en-CA" sz="2400" dirty="0"/>
              <a:t>By: Roxanne Prajapati</a:t>
            </a:r>
          </a:p>
        </p:txBody>
      </p:sp>
    </p:spTree>
    <p:extLst>
      <p:ext uri="{BB962C8B-B14F-4D97-AF65-F5344CB8AC3E}">
        <p14:creationId xmlns:p14="http://schemas.microsoft.com/office/powerpoint/2010/main" val="3446797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56B7E-1633-44AB-8584-82DF5B726834}"/>
              </a:ext>
            </a:extLst>
          </p:cNvPr>
          <p:cNvSpPr>
            <a:spLocks noGrp="1"/>
          </p:cNvSpPr>
          <p:nvPr>
            <p:ph type="title"/>
          </p:nvPr>
        </p:nvSpPr>
        <p:spPr>
          <a:xfrm rot="16200000">
            <a:off x="-1749423" y="2290758"/>
            <a:ext cx="6276974" cy="2276477"/>
          </a:xfrm>
        </p:spPr>
        <p:txBody>
          <a:bodyPr/>
          <a:lstStyle/>
          <a:p>
            <a:r>
              <a:rPr lang="en-US" dirty="0" err="1"/>
              <a:t>DataSet</a:t>
            </a:r>
            <a:r>
              <a:rPr lang="en-US" dirty="0"/>
              <a:t> Overview</a:t>
            </a:r>
          </a:p>
        </p:txBody>
      </p:sp>
      <p:sp>
        <p:nvSpPr>
          <p:cNvPr id="23" name="Slide Number Placeholder 22">
            <a:extLst>
              <a:ext uri="{FF2B5EF4-FFF2-40B4-BE49-F238E27FC236}">
                <a16:creationId xmlns:a16="http://schemas.microsoft.com/office/drawing/2014/main" id="{316F188B-64AC-8821-8110-7D3C46681D2D}"/>
              </a:ext>
            </a:extLst>
          </p:cNvPr>
          <p:cNvSpPr>
            <a:spLocks noGrp="1"/>
          </p:cNvSpPr>
          <p:nvPr>
            <p:ph type="sldNum" sz="quarter" idx="12"/>
          </p:nvPr>
        </p:nvSpPr>
        <p:spPr>
          <a:xfrm>
            <a:off x="2194590" y="3062287"/>
            <a:ext cx="665421" cy="766763"/>
          </a:xfrm>
        </p:spPr>
        <p:txBody>
          <a:bodyPr/>
          <a:lstStyle/>
          <a:p>
            <a:fld id="{8A7A6979-0714-4377-B894-6BE4C2D6E202}" type="slidenum">
              <a:rPr lang="en-US" smtClean="0"/>
              <a:pPr/>
              <a:t>2</a:t>
            </a:fld>
            <a:endParaRPr lang="en-US" dirty="0"/>
          </a:p>
        </p:txBody>
      </p:sp>
      <p:sp>
        <p:nvSpPr>
          <p:cNvPr id="8" name="Content Placeholder 3">
            <a:extLst>
              <a:ext uri="{FF2B5EF4-FFF2-40B4-BE49-F238E27FC236}">
                <a16:creationId xmlns:a16="http://schemas.microsoft.com/office/drawing/2014/main" id="{EE1DEDCD-69F2-7095-8B72-A83880C9F29D}"/>
              </a:ext>
            </a:extLst>
          </p:cNvPr>
          <p:cNvSpPr txBox="1">
            <a:spLocks/>
          </p:cNvSpPr>
          <p:nvPr/>
        </p:nvSpPr>
        <p:spPr>
          <a:xfrm>
            <a:off x="3973109" y="4143974"/>
            <a:ext cx="7029933" cy="2512858"/>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600"/>
              </a:spcAft>
              <a:buClr>
                <a:schemeClr val="accent2"/>
              </a:buClr>
              <a:buFont typeface="Arial" panose="020B0604020202020204" pitchFamily="34" charset="0"/>
              <a:buNone/>
              <a:defRPr sz="1800" kern="1200">
                <a:solidFill>
                  <a:schemeClr val="tx2"/>
                </a:solidFill>
                <a:latin typeface="+mn-lt"/>
                <a:ea typeface="+mn-ea"/>
                <a:cs typeface="+mn-cs"/>
              </a:defRPr>
            </a:lvl1pPr>
            <a:lvl2pPr marL="228600" indent="-228600" algn="l" defTabSz="914400" rtl="0" eaLnBrk="1" latinLnBrk="0" hangingPunct="1">
              <a:lnSpc>
                <a:spcPct val="100000"/>
              </a:lnSpc>
              <a:spcBef>
                <a:spcPts val="1000"/>
              </a:spcBef>
              <a:spcAft>
                <a:spcPts val="600"/>
              </a:spcAft>
              <a:buClr>
                <a:schemeClr val="accent2"/>
              </a:buClr>
              <a:buFont typeface="Arial" panose="020B0604020202020204" pitchFamily="34" charset="0"/>
              <a:buChar char="•"/>
              <a:defRPr sz="1800" kern="1200">
                <a:solidFill>
                  <a:schemeClr val="tx2"/>
                </a:solidFill>
                <a:latin typeface="+mn-lt"/>
                <a:ea typeface="+mn-ea"/>
                <a:cs typeface="+mn-cs"/>
              </a:defRPr>
            </a:lvl2pPr>
            <a:lvl3pPr marL="685800" indent="-228600" algn="l" defTabSz="914400" rtl="0" eaLnBrk="1" latinLnBrk="0" hangingPunct="1">
              <a:lnSpc>
                <a:spcPct val="100000"/>
              </a:lnSpc>
              <a:spcBef>
                <a:spcPts val="1000"/>
              </a:spcBef>
              <a:spcAft>
                <a:spcPts val="600"/>
              </a:spcAft>
              <a:buClr>
                <a:schemeClr val="accent2"/>
              </a:buClr>
              <a:buFont typeface="Arial" panose="020B0604020202020204" pitchFamily="34" charset="0"/>
              <a:buChar char="•"/>
              <a:defRPr sz="1800" kern="1200">
                <a:solidFill>
                  <a:schemeClr val="tx2"/>
                </a:solidFill>
                <a:latin typeface="+mn-lt"/>
                <a:ea typeface="+mn-ea"/>
                <a:cs typeface="+mn-cs"/>
              </a:defRPr>
            </a:lvl3pPr>
            <a:lvl4pPr marL="914400" indent="-228600" algn="l" defTabSz="914400" rtl="0" eaLnBrk="1" latinLnBrk="0" hangingPunct="1">
              <a:lnSpc>
                <a:spcPct val="100000"/>
              </a:lnSpc>
              <a:spcBef>
                <a:spcPts val="1000"/>
              </a:spcBef>
              <a:spcAft>
                <a:spcPts val="600"/>
              </a:spcAft>
              <a:buClr>
                <a:schemeClr val="accent2"/>
              </a:buClr>
              <a:buFont typeface="Arial" panose="020B0604020202020204" pitchFamily="34" charset="0"/>
              <a:buChar char="•"/>
              <a:defRPr sz="1800" kern="1200">
                <a:solidFill>
                  <a:schemeClr val="tx2"/>
                </a:solidFill>
                <a:latin typeface="+mn-lt"/>
                <a:ea typeface="+mn-ea"/>
                <a:cs typeface="+mn-cs"/>
              </a:defRPr>
            </a:lvl4pPr>
            <a:lvl5pPr marL="1143000" indent="-228600" algn="l" defTabSz="914400" rtl="0" eaLnBrk="1" latinLnBrk="0" hangingPunct="1">
              <a:lnSpc>
                <a:spcPct val="100000"/>
              </a:lnSpc>
              <a:spcBef>
                <a:spcPts val="1000"/>
              </a:spcBef>
              <a:spcAft>
                <a:spcPts val="600"/>
              </a:spcAft>
              <a:buClr>
                <a:schemeClr val="accent2"/>
              </a:buClr>
              <a:buFont typeface="Arial" panose="020B0604020202020204" pitchFamily="34" charset="0"/>
              <a:buChar char="•"/>
              <a:defRPr sz="1800" kern="1200">
                <a:solidFill>
                  <a:schemeClr val="tx2"/>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285750" indent="-285750" eaLnBrk="0" fontAlgn="base" hangingPunct="0">
              <a:lnSpc>
                <a:spcPct val="150000"/>
              </a:lnSpc>
              <a:spcBef>
                <a:spcPct val="0"/>
              </a:spcBef>
              <a:spcAft>
                <a:spcPct val="0"/>
              </a:spcAft>
              <a:buClrTx/>
              <a:buFont typeface="Wingdings" panose="05000000000000000000" pitchFamily="2" charset="2"/>
              <a:buChar char="Ø"/>
            </a:pPr>
            <a:r>
              <a:rPr lang="en-CA" sz="2400" b="1" dirty="0"/>
              <a:t>Stations:</a:t>
            </a:r>
            <a:br>
              <a:rPr lang="en-CA" sz="2400" dirty="0"/>
            </a:br>
            <a:r>
              <a:rPr lang="en-CA" sz="2400" dirty="0" err="1"/>
              <a:t>Aotizhongxin</a:t>
            </a:r>
            <a:r>
              <a:rPr lang="en-CA" sz="2400" dirty="0"/>
              <a:t>, Changping, </a:t>
            </a:r>
            <a:r>
              <a:rPr lang="en-CA" sz="2400" dirty="0" err="1"/>
              <a:t>Dingling</a:t>
            </a:r>
            <a:r>
              <a:rPr lang="en-CA" sz="2400" dirty="0"/>
              <a:t>, </a:t>
            </a:r>
            <a:r>
              <a:rPr lang="en-CA" sz="2400" dirty="0" err="1"/>
              <a:t>Dongsi</a:t>
            </a:r>
            <a:r>
              <a:rPr lang="en-CA" sz="2400" dirty="0"/>
              <a:t>, </a:t>
            </a:r>
            <a:r>
              <a:rPr lang="en-CA" sz="2400" dirty="0" err="1"/>
              <a:t>Guanyuan</a:t>
            </a:r>
            <a:r>
              <a:rPr lang="en-CA" sz="2400" dirty="0"/>
              <a:t>,</a:t>
            </a:r>
            <a:br>
              <a:rPr lang="en-CA" sz="2400" dirty="0"/>
            </a:br>
            <a:r>
              <a:rPr lang="en-CA" sz="2400" dirty="0" err="1"/>
              <a:t>Gucheng</a:t>
            </a:r>
            <a:r>
              <a:rPr lang="en-CA" sz="2400" dirty="0"/>
              <a:t>, </a:t>
            </a:r>
            <a:r>
              <a:rPr lang="en-CA" sz="2400" dirty="0" err="1"/>
              <a:t>Huairou</a:t>
            </a:r>
            <a:r>
              <a:rPr lang="en-CA" sz="2400" dirty="0"/>
              <a:t>, </a:t>
            </a:r>
            <a:r>
              <a:rPr lang="en-CA" sz="2400" dirty="0" err="1"/>
              <a:t>Nongzhanguan</a:t>
            </a:r>
            <a:r>
              <a:rPr lang="en-CA" sz="2400" dirty="0"/>
              <a:t>, Shunyi, </a:t>
            </a:r>
            <a:r>
              <a:rPr lang="en-CA" sz="2400" dirty="0" err="1"/>
              <a:t>Tiantan</a:t>
            </a:r>
            <a:r>
              <a:rPr lang="en-CA" sz="2400" dirty="0"/>
              <a:t>, </a:t>
            </a:r>
            <a:r>
              <a:rPr lang="en-CA" sz="2400" dirty="0" err="1"/>
              <a:t>Wanliu</a:t>
            </a:r>
            <a:r>
              <a:rPr lang="en-CA" sz="2400" dirty="0"/>
              <a:t>, </a:t>
            </a:r>
            <a:r>
              <a:rPr lang="en-CA" sz="2400" dirty="0" err="1"/>
              <a:t>Wanshouxigong</a:t>
            </a:r>
            <a:endParaRPr lang="en-US" altLang="en-US" sz="2400" dirty="0">
              <a:solidFill>
                <a:schemeClr val="tx1"/>
              </a:solidFill>
              <a:latin typeface="Arial" panose="020B0604020202020204" pitchFamily="34" charset="0"/>
            </a:endParaRPr>
          </a:p>
        </p:txBody>
      </p:sp>
      <p:sp>
        <p:nvSpPr>
          <p:cNvPr id="9" name="Content Placeholder 3">
            <a:extLst>
              <a:ext uri="{FF2B5EF4-FFF2-40B4-BE49-F238E27FC236}">
                <a16:creationId xmlns:a16="http://schemas.microsoft.com/office/drawing/2014/main" id="{49B2D385-B6EE-7F74-82FB-A79DC549FC7C}"/>
              </a:ext>
            </a:extLst>
          </p:cNvPr>
          <p:cNvSpPr txBox="1">
            <a:spLocks/>
          </p:cNvSpPr>
          <p:nvPr/>
        </p:nvSpPr>
        <p:spPr>
          <a:xfrm>
            <a:off x="4136227" y="1248152"/>
            <a:ext cx="7029933" cy="4361688"/>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spcAft>
                <a:spcPts val="600"/>
              </a:spcAft>
              <a:buClr>
                <a:schemeClr val="accent2"/>
              </a:buClr>
              <a:buFont typeface="Arial" panose="020B0604020202020204" pitchFamily="34" charset="0"/>
              <a:buNone/>
              <a:defRPr sz="1800" kern="1200">
                <a:solidFill>
                  <a:schemeClr val="tx2"/>
                </a:solidFill>
                <a:latin typeface="+mn-lt"/>
                <a:ea typeface="+mn-ea"/>
                <a:cs typeface="+mn-cs"/>
              </a:defRPr>
            </a:lvl1pPr>
            <a:lvl2pPr marL="228600" indent="-228600" algn="l" defTabSz="914400" rtl="0" eaLnBrk="1" latinLnBrk="0" hangingPunct="1">
              <a:lnSpc>
                <a:spcPct val="100000"/>
              </a:lnSpc>
              <a:spcBef>
                <a:spcPts val="1000"/>
              </a:spcBef>
              <a:spcAft>
                <a:spcPts val="600"/>
              </a:spcAft>
              <a:buClr>
                <a:schemeClr val="accent2"/>
              </a:buClr>
              <a:buFont typeface="Arial" panose="020B0604020202020204" pitchFamily="34" charset="0"/>
              <a:buChar char="•"/>
              <a:defRPr sz="1800" kern="1200">
                <a:solidFill>
                  <a:schemeClr val="tx2"/>
                </a:solidFill>
                <a:latin typeface="+mn-lt"/>
                <a:ea typeface="+mn-ea"/>
                <a:cs typeface="+mn-cs"/>
              </a:defRPr>
            </a:lvl2pPr>
            <a:lvl3pPr marL="685800" indent="-228600" algn="l" defTabSz="914400" rtl="0" eaLnBrk="1" latinLnBrk="0" hangingPunct="1">
              <a:lnSpc>
                <a:spcPct val="100000"/>
              </a:lnSpc>
              <a:spcBef>
                <a:spcPts val="1000"/>
              </a:spcBef>
              <a:spcAft>
                <a:spcPts val="600"/>
              </a:spcAft>
              <a:buClr>
                <a:schemeClr val="accent2"/>
              </a:buClr>
              <a:buFont typeface="Arial" panose="020B0604020202020204" pitchFamily="34" charset="0"/>
              <a:buChar char="•"/>
              <a:defRPr sz="1800" kern="1200">
                <a:solidFill>
                  <a:schemeClr val="tx2"/>
                </a:solidFill>
                <a:latin typeface="+mn-lt"/>
                <a:ea typeface="+mn-ea"/>
                <a:cs typeface="+mn-cs"/>
              </a:defRPr>
            </a:lvl3pPr>
            <a:lvl4pPr marL="914400" indent="-228600" algn="l" defTabSz="914400" rtl="0" eaLnBrk="1" latinLnBrk="0" hangingPunct="1">
              <a:lnSpc>
                <a:spcPct val="100000"/>
              </a:lnSpc>
              <a:spcBef>
                <a:spcPts val="1000"/>
              </a:spcBef>
              <a:spcAft>
                <a:spcPts val="600"/>
              </a:spcAft>
              <a:buClr>
                <a:schemeClr val="accent2"/>
              </a:buClr>
              <a:buFont typeface="Arial" panose="020B0604020202020204" pitchFamily="34" charset="0"/>
              <a:buChar char="•"/>
              <a:defRPr sz="1800" kern="1200">
                <a:solidFill>
                  <a:schemeClr val="tx2"/>
                </a:solidFill>
                <a:latin typeface="+mn-lt"/>
                <a:ea typeface="+mn-ea"/>
                <a:cs typeface="+mn-cs"/>
              </a:defRPr>
            </a:lvl4pPr>
            <a:lvl5pPr marL="1143000" indent="-228600" algn="l" defTabSz="914400" rtl="0" eaLnBrk="1" latinLnBrk="0" hangingPunct="1">
              <a:lnSpc>
                <a:spcPct val="100000"/>
              </a:lnSpc>
              <a:spcBef>
                <a:spcPts val="1000"/>
              </a:spcBef>
              <a:spcAft>
                <a:spcPts val="600"/>
              </a:spcAft>
              <a:buClr>
                <a:schemeClr val="accent2"/>
              </a:buClr>
              <a:buFont typeface="Arial" panose="020B0604020202020204" pitchFamily="34" charset="0"/>
              <a:buChar char="•"/>
              <a:defRPr sz="1800" kern="1200">
                <a:solidFill>
                  <a:schemeClr val="tx2"/>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285750" indent="-285750" eaLnBrk="0" fontAlgn="base" hangingPunct="0">
              <a:lnSpc>
                <a:spcPct val="150000"/>
              </a:lnSpc>
              <a:spcBef>
                <a:spcPct val="0"/>
              </a:spcBef>
              <a:spcAft>
                <a:spcPct val="0"/>
              </a:spcAft>
              <a:buClrTx/>
              <a:buFont typeface="Wingdings" panose="05000000000000000000" pitchFamily="2" charset="2"/>
              <a:buChar char="Ø"/>
            </a:pPr>
            <a:endParaRPr lang="en-US" altLang="en-US" sz="2400" dirty="0">
              <a:solidFill>
                <a:schemeClr val="tx1"/>
              </a:solidFill>
              <a:latin typeface="Arial" panose="020B0604020202020204" pitchFamily="34" charset="0"/>
            </a:endParaRPr>
          </a:p>
        </p:txBody>
      </p:sp>
      <p:sp>
        <p:nvSpPr>
          <p:cNvPr id="10" name="Rectangle 2">
            <a:extLst>
              <a:ext uri="{FF2B5EF4-FFF2-40B4-BE49-F238E27FC236}">
                <a16:creationId xmlns:a16="http://schemas.microsoft.com/office/drawing/2014/main" id="{8B6A2B22-D58D-AF77-09A6-49CC4356C08A}"/>
              </a:ext>
            </a:extLst>
          </p:cNvPr>
          <p:cNvSpPr>
            <a:spLocks noGrp="1" noChangeArrowheads="1"/>
          </p:cNvSpPr>
          <p:nvPr>
            <p:ph sz="half" idx="2"/>
          </p:nvPr>
        </p:nvSpPr>
        <p:spPr bwMode="auto">
          <a:xfrm>
            <a:off x="3973109" y="290509"/>
            <a:ext cx="6866816"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rPr>
              <a:t>Beijing Multi-Site Air Quality Dataset (UCI)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rPr>
              <a:t>Hourly data from </a:t>
            </a:r>
            <a:r>
              <a:rPr kumimoji="0" lang="en-US" altLang="en-US" sz="2400" b="1" i="0" u="none" strike="noStrike" cap="none" normalizeH="0" baseline="0" dirty="0">
                <a:ln>
                  <a:noFill/>
                </a:ln>
                <a:solidFill>
                  <a:schemeClr val="tx1"/>
                </a:solidFill>
                <a:effectLst/>
              </a:rPr>
              <a:t>March 2013 – February 2017</a:t>
            </a:r>
            <a:r>
              <a:rPr kumimoji="0" lang="en-US" altLang="en-US" sz="2400" b="0" i="0" u="none" strike="noStrike" cap="none" normalizeH="0" baseline="0" dirty="0">
                <a:ln>
                  <a:noFill/>
                </a:ln>
                <a:solidFill>
                  <a:schemeClr val="tx1"/>
                </a:solidFill>
                <a:effectLst/>
              </a:rPr>
              <a:t>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rPr>
              <a:t>12 monitoring stations across Beijing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rPr>
              <a:t>Includes:</a:t>
            </a:r>
          </a:p>
          <a:p>
            <a:pPr marL="514350" lvl="1" indent="-285750" eaLnBrk="0" fontAlgn="base" hangingPunct="0">
              <a:lnSpc>
                <a:spcPct val="150000"/>
              </a:lnSpc>
              <a:spcBef>
                <a:spcPct val="0"/>
              </a:spcBef>
              <a:spcAft>
                <a:spcPct val="0"/>
              </a:spcAft>
              <a:buClrTx/>
              <a:buFont typeface="Wingdings" panose="05000000000000000000" pitchFamily="2" charset="2"/>
              <a:buChar char="Ø"/>
            </a:pPr>
            <a:r>
              <a:rPr lang="en-US" altLang="en-US" sz="2400" dirty="0">
                <a:solidFill>
                  <a:schemeClr val="tx1"/>
                </a:solidFill>
              </a:rPr>
              <a:t>Pollution (PM2.5, PM10, SO2, NO2, CO, O3)</a:t>
            </a:r>
          </a:p>
          <a:p>
            <a:pPr marL="514350" lvl="1" indent="-285750" eaLnBrk="0" fontAlgn="base" hangingPunct="0">
              <a:lnSpc>
                <a:spcPct val="150000"/>
              </a:lnSpc>
              <a:spcBef>
                <a:spcPct val="0"/>
              </a:spcBef>
              <a:spcAft>
                <a:spcPct val="0"/>
              </a:spcAft>
              <a:buClrTx/>
              <a:buFont typeface="Wingdings" panose="05000000000000000000" pitchFamily="2" charset="2"/>
              <a:buChar char="Ø"/>
            </a:pPr>
            <a:r>
              <a:rPr kumimoji="0" lang="en-US" altLang="en-US" sz="2400" b="0" i="0" u="none" strike="noStrike" cap="none" normalizeH="0" baseline="0" dirty="0">
                <a:ln>
                  <a:noFill/>
                </a:ln>
                <a:solidFill>
                  <a:schemeClr val="tx1"/>
                </a:solidFill>
                <a:effectLst/>
              </a:rPr>
              <a:t>Weather (TEMP, PRES, etc.)</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563119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rot="16200000">
            <a:off x="-1749423" y="2290758"/>
            <a:ext cx="6276974" cy="2276477"/>
          </a:xfrm>
        </p:spPr>
        <p:txBody>
          <a:bodyPr tIns="0" anchor="ctr">
            <a:noAutofit/>
          </a:bodyPr>
          <a:lstStyle/>
          <a:p>
            <a:r>
              <a:rPr lang="en-US" dirty="0"/>
              <a:t>Data </a:t>
            </a:r>
            <a:br>
              <a:rPr lang="en-US" dirty="0"/>
            </a:br>
            <a:r>
              <a:rPr lang="en-US" dirty="0"/>
              <a:t>Preparation</a:t>
            </a:r>
          </a:p>
        </p:txBody>
      </p:sp>
      <p:sp>
        <p:nvSpPr>
          <p:cNvPr id="24" name="Slide Number Placeholder 23">
            <a:extLst>
              <a:ext uri="{FF2B5EF4-FFF2-40B4-BE49-F238E27FC236}">
                <a16:creationId xmlns:a16="http://schemas.microsoft.com/office/drawing/2014/main" id="{7CFC7BA5-763A-6BCC-B176-BCB8F2B48C2C}"/>
              </a:ext>
            </a:extLst>
          </p:cNvPr>
          <p:cNvSpPr>
            <a:spLocks noGrp="1"/>
          </p:cNvSpPr>
          <p:nvPr>
            <p:ph type="sldNum" sz="quarter" idx="12"/>
          </p:nvPr>
        </p:nvSpPr>
        <p:spPr>
          <a:xfrm>
            <a:off x="2194590" y="3062287"/>
            <a:ext cx="665421" cy="766763"/>
          </a:xfrm>
        </p:spPr>
        <p:txBody>
          <a:bodyPr lIns="0"/>
          <a:lstStyle/>
          <a:p>
            <a:fld id="{8A7A6979-0714-4377-B894-6BE4C2D6E202}" type="slidenum">
              <a:rPr lang="en-US" smtClean="0"/>
              <a:pPr/>
              <a:t>3</a:t>
            </a:fld>
            <a:endParaRPr lang="en-US" dirty="0"/>
          </a:p>
        </p:txBody>
      </p:sp>
      <p:sp>
        <p:nvSpPr>
          <p:cNvPr id="5" name="Rectangle 2">
            <a:extLst>
              <a:ext uri="{FF2B5EF4-FFF2-40B4-BE49-F238E27FC236}">
                <a16:creationId xmlns:a16="http://schemas.microsoft.com/office/drawing/2014/main" id="{C9A990D0-D985-F3C0-2807-EC792A001D90}"/>
              </a:ext>
            </a:extLst>
          </p:cNvPr>
          <p:cNvSpPr>
            <a:spLocks noGrp="1" noChangeArrowheads="1"/>
          </p:cNvSpPr>
          <p:nvPr>
            <p:ph sz="quarter" idx="13"/>
          </p:nvPr>
        </p:nvSpPr>
        <p:spPr bwMode="auto">
          <a:xfrm>
            <a:off x="4668520" y="1248169"/>
            <a:ext cx="6651501" cy="3628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rPr>
              <a:t>Excluded unrelated(noise) files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rPr>
              <a:t>Combined multiple CSV files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rPr>
              <a:t>Created datetime column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rPr>
              <a:t>Sorted by station and time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rPr>
              <a:t>Filled missing values using forward-fill and backfill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rPr>
              <a:t>Removed duplicates </a:t>
            </a:r>
          </a:p>
        </p:txBody>
      </p:sp>
    </p:spTree>
    <p:extLst>
      <p:ext uri="{BB962C8B-B14F-4D97-AF65-F5344CB8AC3E}">
        <p14:creationId xmlns:p14="http://schemas.microsoft.com/office/powerpoint/2010/main" val="1325608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0295B-54B9-4937-90E3-BAB9CE69E30B}"/>
              </a:ext>
            </a:extLst>
          </p:cNvPr>
          <p:cNvSpPr>
            <a:spLocks noGrp="1"/>
          </p:cNvSpPr>
          <p:nvPr>
            <p:ph type="title"/>
          </p:nvPr>
        </p:nvSpPr>
        <p:spPr>
          <a:xfrm>
            <a:off x="2517792" y="2688336"/>
            <a:ext cx="7156415" cy="1129603"/>
          </a:xfrm>
        </p:spPr>
        <p:txBody>
          <a:bodyPr/>
          <a:lstStyle/>
          <a:p>
            <a:r>
              <a:rPr lang="en-US" dirty="0"/>
              <a:t>FINDINGS</a:t>
            </a:r>
          </a:p>
        </p:txBody>
      </p:sp>
    </p:spTree>
    <p:extLst>
      <p:ext uri="{BB962C8B-B14F-4D97-AF65-F5344CB8AC3E}">
        <p14:creationId xmlns:p14="http://schemas.microsoft.com/office/powerpoint/2010/main" val="248198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674DE4-E247-6221-003F-F5EDF18C756B}"/>
              </a:ext>
            </a:extLst>
          </p:cNvPr>
          <p:cNvSpPr>
            <a:spLocks noGrp="1"/>
          </p:cNvSpPr>
          <p:nvPr>
            <p:ph type="title"/>
          </p:nvPr>
        </p:nvSpPr>
        <p:spPr>
          <a:xfrm rot="16200000">
            <a:off x="-1749423" y="2290758"/>
            <a:ext cx="6276974" cy="2276477"/>
          </a:xfrm>
        </p:spPr>
        <p:txBody>
          <a:bodyPr/>
          <a:lstStyle/>
          <a:p>
            <a:r>
              <a:rPr lang="en-US" dirty="0"/>
              <a:t>PM2.5</a:t>
            </a:r>
            <a:br>
              <a:rPr lang="en-US" dirty="0"/>
            </a:br>
            <a:r>
              <a:rPr lang="en-US" dirty="0"/>
              <a:t>variation</a:t>
            </a:r>
          </a:p>
        </p:txBody>
      </p:sp>
      <p:sp>
        <p:nvSpPr>
          <p:cNvPr id="5" name="Slide Number Placeholder 4">
            <a:extLst>
              <a:ext uri="{FF2B5EF4-FFF2-40B4-BE49-F238E27FC236}">
                <a16:creationId xmlns:a16="http://schemas.microsoft.com/office/drawing/2014/main" id="{B7658589-7CC8-7CCC-8CCB-9E7FD0498EE6}"/>
              </a:ext>
            </a:extLst>
          </p:cNvPr>
          <p:cNvSpPr>
            <a:spLocks noGrp="1"/>
          </p:cNvSpPr>
          <p:nvPr>
            <p:ph type="sldNum" sz="quarter" idx="12"/>
          </p:nvPr>
        </p:nvSpPr>
        <p:spPr/>
        <p:txBody>
          <a:bodyPr/>
          <a:lstStyle/>
          <a:p>
            <a:fld id="{8A7A6979-0714-4377-B894-6BE4C2D6E202}" type="slidenum">
              <a:rPr lang="en-US" smtClean="0"/>
              <a:pPr/>
              <a:t>5</a:t>
            </a:fld>
            <a:endParaRPr lang="en-US" dirty="0"/>
          </a:p>
        </p:txBody>
      </p:sp>
      <p:sp>
        <p:nvSpPr>
          <p:cNvPr id="7" name="Rectangle 2">
            <a:extLst>
              <a:ext uri="{FF2B5EF4-FFF2-40B4-BE49-F238E27FC236}">
                <a16:creationId xmlns:a16="http://schemas.microsoft.com/office/drawing/2014/main" id="{A98ACDFD-6E6E-0969-E07F-5B195296D7F3}"/>
              </a:ext>
            </a:extLst>
          </p:cNvPr>
          <p:cNvSpPr>
            <a:spLocks noGrp="1" noChangeArrowheads="1"/>
          </p:cNvSpPr>
          <p:nvPr>
            <p:ph sz="half" idx="2"/>
          </p:nvPr>
        </p:nvSpPr>
        <p:spPr bwMode="auto">
          <a:xfrm>
            <a:off x="3938303" y="415625"/>
            <a:ext cx="5050313" cy="2243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mj-lt"/>
              </a:rPr>
              <a:t>PM2.5 values vary a lot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mj-lt"/>
              </a:rPr>
              <a:t>Some very high values observed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mj-lt"/>
              </a:rPr>
              <a:t>Indicates unhealthy pollution levels </a:t>
            </a:r>
          </a:p>
        </p:txBody>
      </p:sp>
      <p:pic>
        <p:nvPicPr>
          <p:cNvPr id="15" name="Content Placeholder 14">
            <a:extLst>
              <a:ext uri="{FF2B5EF4-FFF2-40B4-BE49-F238E27FC236}">
                <a16:creationId xmlns:a16="http://schemas.microsoft.com/office/drawing/2014/main" id="{64C437C7-DAE1-DF24-8924-8A87B8204DCE}"/>
              </a:ext>
            </a:extLst>
          </p:cNvPr>
          <p:cNvPicPr>
            <a:picLocks noGrp="1" noChangeAspect="1"/>
          </p:cNvPicPr>
          <p:nvPr>
            <p:ph sz="half" idx="14"/>
          </p:nvPr>
        </p:nvPicPr>
        <p:blipFill>
          <a:blip r:embed="rId3"/>
          <a:stretch>
            <a:fillRect/>
          </a:stretch>
        </p:blipFill>
        <p:spPr>
          <a:xfrm>
            <a:off x="3938303" y="3062287"/>
            <a:ext cx="6357841" cy="3178920"/>
          </a:xfrm>
          <a:prstGeom prst="rect">
            <a:avLst/>
          </a:prstGeom>
        </p:spPr>
      </p:pic>
    </p:spTree>
    <p:extLst>
      <p:ext uri="{BB962C8B-B14F-4D97-AF65-F5344CB8AC3E}">
        <p14:creationId xmlns:p14="http://schemas.microsoft.com/office/powerpoint/2010/main" val="3321089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1A202-23A3-4F3A-AA92-0172C8D2DA06}"/>
              </a:ext>
            </a:extLst>
          </p:cNvPr>
          <p:cNvSpPr>
            <a:spLocks noGrp="1"/>
          </p:cNvSpPr>
          <p:nvPr>
            <p:ph type="title"/>
          </p:nvPr>
        </p:nvSpPr>
        <p:spPr>
          <a:xfrm rot="16200000">
            <a:off x="-1749423" y="2290758"/>
            <a:ext cx="6276974" cy="2276477"/>
          </a:xfrm>
        </p:spPr>
        <p:txBody>
          <a:bodyPr/>
          <a:lstStyle/>
          <a:p>
            <a:r>
              <a:rPr lang="en-CA" dirty="0"/>
              <a:t>Pollutants Relationship</a:t>
            </a:r>
            <a:endParaRPr lang="en-US" dirty="0"/>
          </a:p>
        </p:txBody>
      </p:sp>
      <p:sp>
        <p:nvSpPr>
          <p:cNvPr id="9" name="Slide Number Placeholder 8">
            <a:extLst>
              <a:ext uri="{FF2B5EF4-FFF2-40B4-BE49-F238E27FC236}">
                <a16:creationId xmlns:a16="http://schemas.microsoft.com/office/drawing/2014/main" id="{BC5FE798-07B0-EAD2-2F50-0A7310533280}"/>
              </a:ext>
            </a:extLst>
          </p:cNvPr>
          <p:cNvSpPr>
            <a:spLocks noGrp="1"/>
          </p:cNvSpPr>
          <p:nvPr>
            <p:ph type="sldNum" sz="quarter" idx="12"/>
          </p:nvPr>
        </p:nvSpPr>
        <p:spPr>
          <a:xfrm>
            <a:off x="2194590" y="3062287"/>
            <a:ext cx="665421" cy="766763"/>
          </a:xfrm>
        </p:spPr>
        <p:txBody>
          <a:bodyPr/>
          <a:lstStyle/>
          <a:p>
            <a:fld id="{8A7A6979-0714-4377-B894-6BE4C2D6E202}" type="slidenum">
              <a:rPr lang="en-US" smtClean="0"/>
              <a:pPr/>
              <a:t>6</a:t>
            </a:fld>
            <a:endParaRPr lang="en-US" dirty="0"/>
          </a:p>
        </p:txBody>
      </p:sp>
      <p:sp>
        <p:nvSpPr>
          <p:cNvPr id="8" name="Rectangle 5">
            <a:extLst>
              <a:ext uri="{FF2B5EF4-FFF2-40B4-BE49-F238E27FC236}">
                <a16:creationId xmlns:a16="http://schemas.microsoft.com/office/drawing/2014/main" id="{3DD61AD2-A59B-22E5-B04B-E2417FA5E1CD}"/>
              </a:ext>
            </a:extLst>
          </p:cNvPr>
          <p:cNvSpPr>
            <a:spLocks noGrp="1" noChangeArrowheads="1"/>
          </p:cNvSpPr>
          <p:nvPr>
            <p:ph sz="quarter" idx="13"/>
          </p:nvPr>
        </p:nvSpPr>
        <p:spPr bwMode="auto">
          <a:xfrm>
            <a:off x="3703320" y="1064490"/>
            <a:ext cx="6571351"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mj-lt"/>
              </a:rPr>
              <a:t>PM10, NO2, CO are positively related to PM2.5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mj-lt"/>
              </a:rPr>
              <a:t>Pollutants tend to increase together </a:t>
            </a:r>
          </a:p>
        </p:txBody>
      </p:sp>
      <p:pic>
        <p:nvPicPr>
          <p:cNvPr id="18" name="Picture 17">
            <a:extLst>
              <a:ext uri="{FF2B5EF4-FFF2-40B4-BE49-F238E27FC236}">
                <a16:creationId xmlns:a16="http://schemas.microsoft.com/office/drawing/2014/main" id="{8505ADE4-719C-8457-7673-BF4E5344B79A}"/>
              </a:ext>
            </a:extLst>
          </p:cNvPr>
          <p:cNvPicPr>
            <a:picLocks noChangeAspect="1"/>
          </p:cNvPicPr>
          <p:nvPr/>
        </p:nvPicPr>
        <p:blipFill>
          <a:blip r:embed="rId3"/>
          <a:stretch>
            <a:fillRect/>
          </a:stretch>
        </p:blipFill>
        <p:spPr>
          <a:xfrm>
            <a:off x="3703320" y="2631440"/>
            <a:ext cx="8107680" cy="2702560"/>
          </a:xfrm>
          <a:prstGeom prst="rect">
            <a:avLst/>
          </a:prstGeom>
        </p:spPr>
      </p:pic>
    </p:spTree>
    <p:extLst>
      <p:ext uri="{BB962C8B-B14F-4D97-AF65-F5344CB8AC3E}">
        <p14:creationId xmlns:p14="http://schemas.microsoft.com/office/powerpoint/2010/main" val="445070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191A4-7839-4F63-B17C-7C366C59488C}"/>
              </a:ext>
            </a:extLst>
          </p:cNvPr>
          <p:cNvSpPr>
            <a:spLocks noGrp="1"/>
          </p:cNvSpPr>
          <p:nvPr>
            <p:ph type="title"/>
          </p:nvPr>
        </p:nvSpPr>
        <p:spPr>
          <a:xfrm rot="16200000">
            <a:off x="-1749423" y="2290758"/>
            <a:ext cx="6276974" cy="2276477"/>
          </a:xfrm>
        </p:spPr>
        <p:txBody>
          <a:bodyPr/>
          <a:lstStyle/>
          <a:p>
            <a:r>
              <a:rPr lang="en-CA" dirty="0"/>
              <a:t>Station Differences</a:t>
            </a:r>
            <a:endParaRPr lang="en-US" dirty="0"/>
          </a:p>
        </p:txBody>
      </p:sp>
      <p:sp>
        <p:nvSpPr>
          <p:cNvPr id="20" name="Slide Number Placeholder 19">
            <a:extLst>
              <a:ext uri="{FF2B5EF4-FFF2-40B4-BE49-F238E27FC236}">
                <a16:creationId xmlns:a16="http://schemas.microsoft.com/office/drawing/2014/main" id="{C6E3A828-4C37-B3D3-4A6A-EAD9AC3E71A8}"/>
              </a:ext>
            </a:extLst>
          </p:cNvPr>
          <p:cNvSpPr>
            <a:spLocks noGrp="1"/>
          </p:cNvSpPr>
          <p:nvPr>
            <p:ph type="sldNum" sz="quarter" idx="12"/>
          </p:nvPr>
        </p:nvSpPr>
        <p:spPr>
          <a:xfrm>
            <a:off x="2194590" y="3062287"/>
            <a:ext cx="665421" cy="766763"/>
          </a:xfrm>
        </p:spPr>
        <p:txBody>
          <a:bodyPr/>
          <a:lstStyle/>
          <a:p>
            <a:fld id="{8A7A6979-0714-4377-B894-6BE4C2D6E202}" type="slidenum">
              <a:rPr lang="en-US" smtClean="0"/>
              <a:pPr/>
              <a:t>7</a:t>
            </a:fld>
            <a:endParaRPr lang="en-US" dirty="0"/>
          </a:p>
        </p:txBody>
      </p:sp>
      <p:pic>
        <p:nvPicPr>
          <p:cNvPr id="8" name="Picture 7">
            <a:extLst>
              <a:ext uri="{FF2B5EF4-FFF2-40B4-BE49-F238E27FC236}">
                <a16:creationId xmlns:a16="http://schemas.microsoft.com/office/drawing/2014/main" id="{20D3ABF9-FC2D-3599-CCA2-509A2A836906}"/>
              </a:ext>
            </a:extLst>
          </p:cNvPr>
          <p:cNvPicPr>
            <a:picLocks noChangeAspect="1"/>
          </p:cNvPicPr>
          <p:nvPr/>
        </p:nvPicPr>
        <p:blipFill>
          <a:blip r:embed="rId3"/>
          <a:stretch>
            <a:fillRect/>
          </a:stretch>
        </p:blipFill>
        <p:spPr>
          <a:xfrm>
            <a:off x="4530664" y="2530602"/>
            <a:ext cx="6964680" cy="3482340"/>
          </a:xfrm>
          <a:prstGeom prst="rect">
            <a:avLst/>
          </a:prstGeom>
        </p:spPr>
      </p:pic>
      <p:sp>
        <p:nvSpPr>
          <p:cNvPr id="9" name="Rectangle 1">
            <a:extLst>
              <a:ext uri="{FF2B5EF4-FFF2-40B4-BE49-F238E27FC236}">
                <a16:creationId xmlns:a16="http://schemas.microsoft.com/office/drawing/2014/main" id="{483BF4A9-5CFC-3028-338D-E8D650CA8980}"/>
              </a:ext>
            </a:extLst>
          </p:cNvPr>
          <p:cNvSpPr>
            <a:spLocks noGrp="1" noChangeArrowheads="1"/>
          </p:cNvSpPr>
          <p:nvPr>
            <p:ph sz="half" idx="2"/>
          </p:nvPr>
        </p:nvSpPr>
        <p:spPr bwMode="auto">
          <a:xfrm>
            <a:off x="4530664" y="486751"/>
            <a:ext cx="5822107" cy="1689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mj-lt"/>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mj-lt"/>
              </a:rPr>
              <a:t>Pollution levels differ across stations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mj-lt"/>
              </a:rPr>
              <a:t>Some locations have higher average PM2.5 </a:t>
            </a:r>
          </a:p>
        </p:txBody>
      </p:sp>
    </p:spTree>
    <p:extLst>
      <p:ext uri="{BB962C8B-B14F-4D97-AF65-F5344CB8AC3E}">
        <p14:creationId xmlns:p14="http://schemas.microsoft.com/office/powerpoint/2010/main" val="858354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56B7E-1633-44AB-8584-82DF5B726834}"/>
              </a:ext>
            </a:extLst>
          </p:cNvPr>
          <p:cNvSpPr>
            <a:spLocks noGrp="1"/>
          </p:cNvSpPr>
          <p:nvPr>
            <p:ph type="title"/>
          </p:nvPr>
        </p:nvSpPr>
        <p:spPr>
          <a:xfrm rot="16200000">
            <a:off x="-1749423" y="2290758"/>
            <a:ext cx="6276974" cy="2276477"/>
          </a:xfrm>
        </p:spPr>
        <p:txBody>
          <a:bodyPr/>
          <a:lstStyle/>
          <a:p>
            <a:r>
              <a:rPr lang="en-US" dirty="0"/>
              <a:t>Conclusion</a:t>
            </a:r>
          </a:p>
        </p:txBody>
      </p:sp>
      <p:sp>
        <p:nvSpPr>
          <p:cNvPr id="23" name="Slide Number Placeholder 22">
            <a:extLst>
              <a:ext uri="{FF2B5EF4-FFF2-40B4-BE49-F238E27FC236}">
                <a16:creationId xmlns:a16="http://schemas.microsoft.com/office/drawing/2014/main" id="{316F188B-64AC-8821-8110-7D3C46681D2D}"/>
              </a:ext>
            </a:extLst>
          </p:cNvPr>
          <p:cNvSpPr>
            <a:spLocks noGrp="1"/>
          </p:cNvSpPr>
          <p:nvPr>
            <p:ph type="sldNum" sz="quarter" idx="12"/>
          </p:nvPr>
        </p:nvSpPr>
        <p:spPr>
          <a:xfrm>
            <a:off x="2194590" y="3062287"/>
            <a:ext cx="665421" cy="766763"/>
          </a:xfrm>
        </p:spPr>
        <p:txBody>
          <a:bodyPr/>
          <a:lstStyle/>
          <a:p>
            <a:fld id="{8A7A6979-0714-4377-B894-6BE4C2D6E202}" type="slidenum">
              <a:rPr lang="en-US" smtClean="0"/>
              <a:pPr/>
              <a:t>8</a:t>
            </a:fld>
            <a:endParaRPr lang="en-US" dirty="0"/>
          </a:p>
        </p:txBody>
      </p:sp>
      <p:sp>
        <p:nvSpPr>
          <p:cNvPr id="3" name="Rectangle 1">
            <a:extLst>
              <a:ext uri="{FF2B5EF4-FFF2-40B4-BE49-F238E27FC236}">
                <a16:creationId xmlns:a16="http://schemas.microsoft.com/office/drawing/2014/main" id="{318C97A7-211B-BBDD-92B3-4EA7B7FE106B}"/>
              </a:ext>
            </a:extLst>
          </p:cNvPr>
          <p:cNvSpPr>
            <a:spLocks noGrp="1" noChangeArrowheads="1"/>
          </p:cNvSpPr>
          <p:nvPr>
            <p:ph sz="half" idx="14"/>
          </p:nvPr>
        </p:nvSpPr>
        <p:spPr bwMode="auto">
          <a:xfrm>
            <a:off x="4054983" y="1585807"/>
            <a:ext cx="5735866" cy="2243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buClrTx/>
              <a:buFont typeface="Wingdings" panose="05000000000000000000" pitchFamily="2" charset="2"/>
              <a:buChar char="ü"/>
            </a:pPr>
            <a:endParaRPr kumimoji="0" lang="en-US" altLang="en-US" sz="2400" b="0" i="0" u="none" strike="noStrike" cap="none" normalizeH="0" baseline="0" dirty="0">
              <a:ln>
                <a:noFill/>
              </a:ln>
              <a:solidFill>
                <a:schemeClr val="tx1"/>
              </a:solidFill>
              <a:effectLst/>
              <a:latin typeface="+mj-lt"/>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mj-lt"/>
              </a:rPr>
              <a:t>Pollution varies by time and location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mj-lt"/>
              </a:rPr>
              <a:t>Multiple factors affect PM2.5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mj-lt"/>
              </a:rPr>
              <a:t>Data helps understand air quality patterns </a:t>
            </a:r>
          </a:p>
        </p:txBody>
      </p:sp>
    </p:spTree>
    <p:extLst>
      <p:ext uri="{BB962C8B-B14F-4D97-AF65-F5344CB8AC3E}">
        <p14:creationId xmlns:p14="http://schemas.microsoft.com/office/powerpoint/2010/main" val="3855623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AE308-3076-43DB-B834-DA0B0AE19AF9}"/>
              </a:ext>
            </a:extLst>
          </p:cNvPr>
          <p:cNvSpPr>
            <a:spLocks noGrp="1"/>
          </p:cNvSpPr>
          <p:nvPr>
            <p:ph type="title"/>
          </p:nvPr>
        </p:nvSpPr>
        <p:spPr>
          <a:xfrm>
            <a:off x="2517792" y="2490511"/>
            <a:ext cx="7156415" cy="1740548"/>
          </a:xfrm>
        </p:spPr>
        <p:txBody>
          <a:bodyPr anchor="ctr"/>
          <a:lstStyle/>
          <a:p>
            <a:r>
              <a:rPr lang="en-US" dirty="0"/>
              <a:t>Thank you</a:t>
            </a:r>
          </a:p>
        </p:txBody>
      </p:sp>
    </p:spTree>
    <p:extLst>
      <p:ext uri="{BB962C8B-B14F-4D97-AF65-F5344CB8AC3E}">
        <p14:creationId xmlns:p14="http://schemas.microsoft.com/office/powerpoint/2010/main" val="3103683689"/>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TM56596226_Win32_LW_V0" id="{9BD71EDD-469E-4D4E-A40A-B14F6807FCBA}" vid="{17CDA7A4-B369-430D-9DFB-4C964001961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C2A85E2-5219-4B5F-9D52-D97CA94AAB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9316C43-4A17-4971-BB8F-F0F6B8CDF2E0}">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F5C14155-A57F-48FA-B253-A79CB6269DDC}">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Fair frames presentation</Template>
  <TotalTime>72</TotalTime>
  <Words>663</Words>
  <Application>Microsoft Office PowerPoint</Application>
  <PresentationFormat>Widescreen</PresentationFormat>
  <Paragraphs>75</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Calibri</vt:lpstr>
      <vt:lpstr>Gill Sans MT</vt:lpstr>
      <vt:lpstr>Wingdings</vt:lpstr>
      <vt:lpstr>Parcel</vt:lpstr>
      <vt:lpstr>Beijing Multi-Site Air Quality Analysis</vt:lpstr>
      <vt:lpstr>DataSet Overview</vt:lpstr>
      <vt:lpstr>Data  Preparation</vt:lpstr>
      <vt:lpstr>FINDINGS</vt:lpstr>
      <vt:lpstr>PM2.5 variation</vt:lpstr>
      <vt:lpstr>Pollutants Relationship</vt:lpstr>
      <vt:lpstr>Station Differences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Roxanne Prajapati</dc:creator>
  <cp:lastModifiedBy>Roxanne Prajapati</cp:lastModifiedBy>
  <cp:revision>1</cp:revision>
  <dcterms:created xsi:type="dcterms:W3CDTF">2026-04-24T12:32:10Z</dcterms:created>
  <dcterms:modified xsi:type="dcterms:W3CDTF">2026-04-24T13:44:51Z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